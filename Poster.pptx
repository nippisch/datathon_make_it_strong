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2" r:id="rId1"/>
    <p:sldMasterId id="2147483690" r:id="rId2"/>
  </p:sldMasterIdLst>
  <p:notesMasterIdLst>
    <p:notesMasterId r:id="rId4"/>
  </p:notesMasterIdLst>
  <p:handoutMasterIdLst>
    <p:handoutMasterId r:id="rId5"/>
  </p:handoutMasterIdLst>
  <p:sldIdLst>
    <p:sldId id="264" r:id="rId3"/>
  </p:sldIdLst>
  <p:sldSz cx="21383625" cy="30275213"/>
  <p:notesSz cx="6858000" cy="9144000"/>
  <p:defaultTextStyle>
    <a:defPPr>
      <a:defRPr lang="en-US"/>
    </a:defPPr>
    <a:lvl1pPr marL="0" algn="l" defTabSz="2479414" rtl="0" eaLnBrk="1" latinLnBrk="0" hangingPunct="1">
      <a:defRPr sz="4881" kern="1200">
        <a:solidFill>
          <a:schemeClr val="tx1"/>
        </a:solidFill>
        <a:latin typeface="+mn-lt"/>
        <a:ea typeface="+mn-ea"/>
        <a:cs typeface="+mn-cs"/>
      </a:defRPr>
    </a:lvl1pPr>
    <a:lvl2pPr marL="1239707" algn="l" defTabSz="2479414" rtl="0" eaLnBrk="1" latinLnBrk="0" hangingPunct="1">
      <a:defRPr sz="4881" kern="1200">
        <a:solidFill>
          <a:schemeClr val="tx1"/>
        </a:solidFill>
        <a:latin typeface="+mn-lt"/>
        <a:ea typeface="+mn-ea"/>
        <a:cs typeface="+mn-cs"/>
      </a:defRPr>
    </a:lvl2pPr>
    <a:lvl3pPr marL="2479414" algn="l" defTabSz="2479414" rtl="0" eaLnBrk="1" latinLnBrk="0" hangingPunct="1">
      <a:defRPr sz="4881" kern="1200">
        <a:solidFill>
          <a:schemeClr val="tx1"/>
        </a:solidFill>
        <a:latin typeface="+mn-lt"/>
        <a:ea typeface="+mn-ea"/>
        <a:cs typeface="+mn-cs"/>
      </a:defRPr>
    </a:lvl3pPr>
    <a:lvl4pPr marL="3719121" algn="l" defTabSz="2479414" rtl="0" eaLnBrk="1" latinLnBrk="0" hangingPunct="1">
      <a:defRPr sz="4881" kern="1200">
        <a:solidFill>
          <a:schemeClr val="tx1"/>
        </a:solidFill>
        <a:latin typeface="+mn-lt"/>
        <a:ea typeface="+mn-ea"/>
        <a:cs typeface="+mn-cs"/>
      </a:defRPr>
    </a:lvl4pPr>
    <a:lvl5pPr marL="4958828" algn="l" defTabSz="2479414" rtl="0" eaLnBrk="1" latinLnBrk="0" hangingPunct="1">
      <a:defRPr sz="4881" kern="1200">
        <a:solidFill>
          <a:schemeClr val="tx1"/>
        </a:solidFill>
        <a:latin typeface="+mn-lt"/>
        <a:ea typeface="+mn-ea"/>
        <a:cs typeface="+mn-cs"/>
      </a:defRPr>
    </a:lvl5pPr>
    <a:lvl6pPr marL="6198535" algn="l" defTabSz="2479414" rtl="0" eaLnBrk="1" latinLnBrk="0" hangingPunct="1">
      <a:defRPr sz="4881" kern="1200">
        <a:solidFill>
          <a:schemeClr val="tx1"/>
        </a:solidFill>
        <a:latin typeface="+mn-lt"/>
        <a:ea typeface="+mn-ea"/>
        <a:cs typeface="+mn-cs"/>
      </a:defRPr>
    </a:lvl6pPr>
    <a:lvl7pPr marL="7438241" algn="l" defTabSz="2479414" rtl="0" eaLnBrk="1" latinLnBrk="0" hangingPunct="1">
      <a:defRPr sz="4881" kern="1200">
        <a:solidFill>
          <a:schemeClr val="tx1"/>
        </a:solidFill>
        <a:latin typeface="+mn-lt"/>
        <a:ea typeface="+mn-ea"/>
        <a:cs typeface="+mn-cs"/>
      </a:defRPr>
    </a:lvl7pPr>
    <a:lvl8pPr marL="8677949" algn="l" defTabSz="2479414" rtl="0" eaLnBrk="1" latinLnBrk="0" hangingPunct="1">
      <a:defRPr sz="4881" kern="1200">
        <a:solidFill>
          <a:schemeClr val="tx1"/>
        </a:solidFill>
        <a:latin typeface="+mn-lt"/>
        <a:ea typeface="+mn-ea"/>
        <a:cs typeface="+mn-cs"/>
      </a:defRPr>
    </a:lvl8pPr>
    <a:lvl9pPr marL="9917655" algn="l" defTabSz="2479414" rtl="0" eaLnBrk="1" latinLnBrk="0" hangingPunct="1">
      <a:defRPr sz="4881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23B57052-E41A-AB9C-B2C2-6A6A40C49926}" name="Markus Herklotz" initials="MH" userId="bf16b252d87331a0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D1400"/>
    <a:srgbClr val="616468"/>
    <a:srgbClr val="E5E5E5"/>
    <a:srgbClr val="9BD4FF"/>
    <a:srgbClr val="D9EFFF"/>
    <a:srgbClr val="81C9FF"/>
    <a:srgbClr val="BA8CDC"/>
    <a:srgbClr val="83D39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Keine Formatvorlage, kein Raster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B4B98B0-60AC-42C2-AFA5-B58CD77FA1E5}" styleName="Helle Formatvorlage 1 - Akz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BC89EF96-8CEA-46FF-86C4-4CE0E7609802}" styleName="Helle Formatvorlage 3 - Akz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0345"/>
    <p:restoredTop sz="94655"/>
  </p:normalViewPr>
  <p:slideViewPr>
    <p:cSldViewPr snapToGrid="0" snapToObjects="1">
      <p:cViewPr>
        <p:scale>
          <a:sx n="97" d="100"/>
          <a:sy n="97" d="100"/>
        </p:scale>
        <p:origin x="-2632" y="-28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 showGuides="1">
      <p:cViewPr varScale="1">
        <p:scale>
          <a:sx n="101" d="100"/>
          <a:sy n="101" d="100"/>
        </p:scale>
        <p:origin x="3936" y="208"/>
      </p:cViewPr>
      <p:guideLst/>
    </p:cSldViewPr>
  </p:notesViewPr>
  <p:gridSpacing cx="36576" cy="36576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1.xml"/><Relationship Id="rId7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handoutMaster" Target="handoutMasters/handoutMaster1.xml"/><Relationship Id="rId10" Type="http://schemas.microsoft.com/office/2018/10/relationships/authors" Target="authors.xml"/><Relationship Id="rId4" Type="http://schemas.openxmlformats.org/officeDocument/2006/relationships/notesMaster" Target="notesMasters/notesMaster1.xml"/><Relationship Id="rId9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496A8FA-5B42-674C-B20D-1B27C6B6ED8B}" type="datetimeFigureOut">
              <a:rPr lang="en-US" smtClean="0"/>
              <a:t>4/22/26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E6A0952-F090-8947-9D2B-4C66FA805076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00537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DFCF15A-2A27-7442-AB11-75F1A48A6AED}" type="datetimeFigureOut">
              <a:rPr lang="en-US" smtClean="0"/>
              <a:t>4/22/26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338388" y="1143000"/>
            <a:ext cx="218122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26CBA48-C438-7943-8380-32C73458EABA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16268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614934" rtl="0" eaLnBrk="1" latinLnBrk="0" hangingPunct="1">
      <a:defRPr sz="807" kern="1200">
        <a:solidFill>
          <a:schemeClr val="tx1"/>
        </a:solidFill>
        <a:latin typeface="+mn-lt"/>
        <a:ea typeface="+mn-ea"/>
        <a:cs typeface="+mn-cs"/>
      </a:defRPr>
    </a:lvl1pPr>
    <a:lvl2pPr marL="307467" algn="l" defTabSz="614934" rtl="0" eaLnBrk="1" latinLnBrk="0" hangingPunct="1">
      <a:defRPr sz="807" kern="1200">
        <a:solidFill>
          <a:schemeClr val="tx1"/>
        </a:solidFill>
        <a:latin typeface="+mn-lt"/>
        <a:ea typeface="+mn-ea"/>
        <a:cs typeface="+mn-cs"/>
      </a:defRPr>
    </a:lvl2pPr>
    <a:lvl3pPr marL="614934" algn="l" defTabSz="614934" rtl="0" eaLnBrk="1" latinLnBrk="0" hangingPunct="1">
      <a:defRPr sz="807" kern="1200">
        <a:solidFill>
          <a:schemeClr val="tx1"/>
        </a:solidFill>
        <a:latin typeface="+mn-lt"/>
        <a:ea typeface="+mn-ea"/>
        <a:cs typeface="+mn-cs"/>
      </a:defRPr>
    </a:lvl3pPr>
    <a:lvl4pPr marL="922401" algn="l" defTabSz="614934" rtl="0" eaLnBrk="1" latinLnBrk="0" hangingPunct="1">
      <a:defRPr sz="807" kern="1200">
        <a:solidFill>
          <a:schemeClr val="tx1"/>
        </a:solidFill>
        <a:latin typeface="+mn-lt"/>
        <a:ea typeface="+mn-ea"/>
        <a:cs typeface="+mn-cs"/>
      </a:defRPr>
    </a:lvl4pPr>
    <a:lvl5pPr marL="1229868" algn="l" defTabSz="614934" rtl="0" eaLnBrk="1" latinLnBrk="0" hangingPunct="1">
      <a:defRPr sz="807" kern="1200">
        <a:solidFill>
          <a:schemeClr val="tx1"/>
        </a:solidFill>
        <a:latin typeface="+mn-lt"/>
        <a:ea typeface="+mn-ea"/>
        <a:cs typeface="+mn-cs"/>
      </a:defRPr>
    </a:lvl5pPr>
    <a:lvl6pPr marL="1537335" algn="l" defTabSz="614934" rtl="0" eaLnBrk="1" latinLnBrk="0" hangingPunct="1">
      <a:defRPr sz="807" kern="1200">
        <a:solidFill>
          <a:schemeClr val="tx1"/>
        </a:solidFill>
        <a:latin typeface="+mn-lt"/>
        <a:ea typeface="+mn-ea"/>
        <a:cs typeface="+mn-cs"/>
      </a:defRPr>
    </a:lvl6pPr>
    <a:lvl7pPr marL="1844802" algn="l" defTabSz="614934" rtl="0" eaLnBrk="1" latinLnBrk="0" hangingPunct="1">
      <a:defRPr sz="807" kern="1200">
        <a:solidFill>
          <a:schemeClr val="tx1"/>
        </a:solidFill>
        <a:latin typeface="+mn-lt"/>
        <a:ea typeface="+mn-ea"/>
        <a:cs typeface="+mn-cs"/>
      </a:defRPr>
    </a:lvl7pPr>
    <a:lvl8pPr marL="2152269" algn="l" defTabSz="614934" rtl="0" eaLnBrk="1" latinLnBrk="0" hangingPunct="1">
      <a:defRPr sz="807" kern="1200">
        <a:solidFill>
          <a:schemeClr val="tx1"/>
        </a:solidFill>
        <a:latin typeface="+mn-lt"/>
        <a:ea typeface="+mn-ea"/>
        <a:cs typeface="+mn-cs"/>
      </a:defRPr>
    </a:lvl8pPr>
    <a:lvl9pPr marL="2459736" algn="l" defTabSz="614934" rtl="0" eaLnBrk="1" latinLnBrk="0" hangingPunct="1">
      <a:defRPr sz="807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6CBA48-C438-7943-8380-32C73458EABA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23965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Research Poster Templa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6" name="Straight Connector 15"/>
          <p:cNvCxnSpPr/>
          <p:nvPr userDrawn="1"/>
        </p:nvCxnSpPr>
        <p:spPr bwMode="auto">
          <a:xfrm>
            <a:off x="7222214" y="4406639"/>
            <a:ext cx="0" cy="23625966"/>
          </a:xfrm>
          <a:prstGeom prst="line">
            <a:avLst/>
          </a:prstGeom>
          <a:noFill/>
          <a:ln w="25400" cap="flat" cmpd="sng" algn="ctr">
            <a:solidFill>
              <a:schemeClr val="tx1"/>
            </a:solidFill>
            <a:prstDash val="dash"/>
            <a:round/>
            <a:headEnd type="oval" w="med" len="med"/>
            <a:tailEnd type="oval" w="med" len="med"/>
          </a:ln>
          <a:effectLst/>
        </p:spPr>
      </p:cxnSp>
      <p:cxnSp>
        <p:nvCxnSpPr>
          <p:cNvPr id="18" name="Straight Connector 17"/>
          <p:cNvCxnSpPr/>
          <p:nvPr userDrawn="1"/>
        </p:nvCxnSpPr>
        <p:spPr bwMode="auto">
          <a:xfrm>
            <a:off x="14159123" y="4410394"/>
            <a:ext cx="0" cy="23627281"/>
          </a:xfrm>
          <a:prstGeom prst="line">
            <a:avLst/>
          </a:prstGeom>
          <a:noFill/>
          <a:ln w="25400" cap="flat" cmpd="sng" algn="ctr">
            <a:solidFill>
              <a:schemeClr val="tx1"/>
            </a:solidFill>
            <a:prstDash val="dash"/>
            <a:round/>
            <a:headEnd type="oval" w="med" len="med"/>
            <a:tailEnd type="oval" w="med" len="med"/>
          </a:ln>
          <a:effectLst/>
        </p:spPr>
      </p:cxnSp>
      <p:sp>
        <p:nvSpPr>
          <p:cNvPr id="7" name="Picture Placeholder 2"/>
          <p:cNvSpPr>
            <a:spLocks noGrp="1"/>
          </p:cNvSpPr>
          <p:nvPr>
            <p:ph type="pic" sz="quarter" idx="16"/>
          </p:nvPr>
        </p:nvSpPr>
        <p:spPr>
          <a:xfrm>
            <a:off x="593990" y="16657374"/>
            <a:ext cx="6311139" cy="5140479"/>
          </a:xfrm>
          <a:prstGeom prst="rect">
            <a:avLst/>
          </a:prstGeom>
          <a:solidFill>
            <a:schemeClr val="bg2">
              <a:lumMod val="85000"/>
            </a:schemeClr>
          </a:solidFill>
        </p:spPr>
        <p:txBody>
          <a:bodyPr/>
          <a:lstStyle>
            <a:lvl1pPr marL="0" indent="0" algn="ctr">
              <a:buNone/>
              <a:defRPr sz="1819"/>
            </a:lvl1pPr>
          </a:lstStyle>
          <a:p>
            <a:pPr marL="0" indent="0" algn="ctr">
              <a:buNone/>
            </a:pPr>
            <a:endParaRPr lang="en-US" dirty="0"/>
          </a:p>
        </p:txBody>
      </p:sp>
      <p:sp>
        <p:nvSpPr>
          <p:cNvPr id="8" name="Picture Placeholder 2"/>
          <p:cNvSpPr>
            <a:spLocks noGrp="1"/>
          </p:cNvSpPr>
          <p:nvPr>
            <p:ph type="pic" sz="quarter" idx="17"/>
          </p:nvPr>
        </p:nvSpPr>
        <p:spPr>
          <a:xfrm>
            <a:off x="593990" y="22874605"/>
            <a:ext cx="6311139" cy="5140479"/>
          </a:xfrm>
          <a:prstGeom prst="rect">
            <a:avLst/>
          </a:prstGeom>
          <a:solidFill>
            <a:schemeClr val="bg2">
              <a:lumMod val="85000"/>
            </a:schemeClr>
          </a:solidFill>
        </p:spPr>
        <p:txBody>
          <a:bodyPr/>
          <a:lstStyle>
            <a:lvl1pPr marL="0" indent="0" algn="ctr">
              <a:buNone/>
              <a:defRPr sz="1819"/>
            </a:lvl1pPr>
          </a:lstStyle>
          <a:p>
            <a:pPr marL="0" indent="0" algn="ctr">
              <a:buNone/>
            </a:pPr>
            <a:endParaRPr lang="en-US" dirty="0"/>
          </a:p>
        </p:txBody>
      </p:sp>
      <p:sp>
        <p:nvSpPr>
          <p:cNvPr id="11" name="Content Placeholder 9"/>
          <p:cNvSpPr>
            <a:spLocks noGrp="1"/>
          </p:cNvSpPr>
          <p:nvPr>
            <p:ph sz="quarter" idx="10"/>
          </p:nvPr>
        </p:nvSpPr>
        <p:spPr>
          <a:xfrm>
            <a:off x="593990" y="4493977"/>
            <a:ext cx="6311139" cy="11311907"/>
          </a:xfrm>
          <a:prstGeom prst="rect">
            <a:avLst/>
          </a:prstGeom>
        </p:spPr>
        <p:txBody>
          <a:bodyPr/>
          <a:lstStyle>
            <a:lvl1pPr>
              <a:lnSpc>
                <a:spcPts val="2988"/>
              </a:lnSpc>
              <a:spcBef>
                <a:spcPts val="0"/>
              </a:spcBef>
              <a:defRPr sz="1819" baseline="0">
                <a:solidFill>
                  <a:schemeClr val="bg1">
                    <a:lumMod val="50000"/>
                  </a:schemeClr>
                </a:solidFill>
                <a:latin typeface="Arial" charset="0"/>
              </a:defRPr>
            </a:lvl1pPr>
            <a:lvl2pPr>
              <a:lnSpc>
                <a:spcPts val="2988"/>
              </a:lnSpc>
              <a:spcBef>
                <a:spcPts val="0"/>
              </a:spcBef>
              <a:defRPr sz="1819" baseline="0">
                <a:solidFill>
                  <a:schemeClr val="bg1">
                    <a:lumMod val="50000"/>
                  </a:schemeClr>
                </a:solidFill>
                <a:latin typeface="Arial" charset="0"/>
              </a:defRPr>
            </a:lvl2pPr>
            <a:lvl3pPr>
              <a:lnSpc>
                <a:spcPts val="2988"/>
              </a:lnSpc>
              <a:spcBef>
                <a:spcPts val="0"/>
              </a:spcBef>
              <a:defRPr sz="1819" baseline="0">
                <a:solidFill>
                  <a:schemeClr val="bg1">
                    <a:lumMod val="50000"/>
                  </a:schemeClr>
                </a:solidFill>
                <a:latin typeface="Arial" charset="0"/>
              </a:defRPr>
            </a:lvl3pPr>
            <a:lvl4pPr>
              <a:lnSpc>
                <a:spcPts val="2988"/>
              </a:lnSpc>
              <a:spcBef>
                <a:spcPts val="0"/>
              </a:spcBef>
              <a:defRPr sz="1819" baseline="0">
                <a:solidFill>
                  <a:schemeClr val="bg1">
                    <a:lumMod val="50000"/>
                  </a:schemeClr>
                </a:solidFill>
                <a:latin typeface="Arial" charset="0"/>
              </a:defRPr>
            </a:lvl4pPr>
            <a:lvl5pPr marL="1484986" indent="-296997">
              <a:lnSpc>
                <a:spcPts val="2988"/>
              </a:lnSpc>
              <a:spcBef>
                <a:spcPts val="0"/>
              </a:spcBef>
              <a:buClr>
                <a:srgbClr val="245EAC"/>
              </a:buClr>
              <a:buFont typeface="Arial" charset="0"/>
              <a:buChar char="•"/>
              <a:defRPr sz="1819" baseline="0">
                <a:solidFill>
                  <a:schemeClr val="bg1">
                    <a:lumMod val="50000"/>
                  </a:schemeClr>
                </a:solidFill>
                <a:latin typeface="Arial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4" name="Content Placeholder 9"/>
          <p:cNvSpPr>
            <a:spLocks noGrp="1"/>
          </p:cNvSpPr>
          <p:nvPr>
            <p:ph sz="quarter" idx="18"/>
          </p:nvPr>
        </p:nvSpPr>
        <p:spPr>
          <a:xfrm>
            <a:off x="7547162" y="4493977"/>
            <a:ext cx="6329815" cy="13924946"/>
          </a:xfrm>
          <a:prstGeom prst="rect">
            <a:avLst/>
          </a:prstGeom>
        </p:spPr>
        <p:txBody>
          <a:bodyPr/>
          <a:lstStyle>
            <a:lvl1pPr>
              <a:lnSpc>
                <a:spcPts val="2988"/>
              </a:lnSpc>
              <a:spcBef>
                <a:spcPts val="0"/>
              </a:spcBef>
              <a:defRPr sz="1819" baseline="0">
                <a:solidFill>
                  <a:schemeClr val="bg1">
                    <a:lumMod val="50000"/>
                  </a:schemeClr>
                </a:solidFill>
                <a:latin typeface="Arial" charset="0"/>
              </a:defRPr>
            </a:lvl1pPr>
            <a:lvl2pPr>
              <a:lnSpc>
                <a:spcPts val="2988"/>
              </a:lnSpc>
              <a:spcBef>
                <a:spcPts val="0"/>
              </a:spcBef>
              <a:defRPr sz="1819" baseline="0">
                <a:solidFill>
                  <a:schemeClr val="bg1">
                    <a:lumMod val="50000"/>
                  </a:schemeClr>
                </a:solidFill>
                <a:latin typeface="Arial" charset="0"/>
              </a:defRPr>
            </a:lvl2pPr>
            <a:lvl3pPr>
              <a:lnSpc>
                <a:spcPts val="2988"/>
              </a:lnSpc>
              <a:spcBef>
                <a:spcPts val="0"/>
              </a:spcBef>
              <a:defRPr sz="1819" baseline="0">
                <a:solidFill>
                  <a:schemeClr val="bg1">
                    <a:lumMod val="50000"/>
                  </a:schemeClr>
                </a:solidFill>
                <a:latin typeface="Arial" charset="0"/>
              </a:defRPr>
            </a:lvl3pPr>
            <a:lvl4pPr>
              <a:lnSpc>
                <a:spcPts val="2988"/>
              </a:lnSpc>
              <a:spcBef>
                <a:spcPts val="0"/>
              </a:spcBef>
              <a:defRPr sz="1819" baseline="0">
                <a:solidFill>
                  <a:schemeClr val="bg1">
                    <a:lumMod val="50000"/>
                  </a:schemeClr>
                </a:solidFill>
                <a:latin typeface="Arial" charset="0"/>
              </a:defRPr>
            </a:lvl4pPr>
            <a:lvl5pPr marL="1484986" indent="-296997">
              <a:lnSpc>
                <a:spcPts val="2988"/>
              </a:lnSpc>
              <a:spcBef>
                <a:spcPts val="0"/>
              </a:spcBef>
              <a:buClr>
                <a:srgbClr val="245EAC"/>
              </a:buClr>
              <a:buFont typeface="Arial" charset="0"/>
              <a:buChar char="•"/>
              <a:defRPr sz="1819" baseline="0">
                <a:solidFill>
                  <a:schemeClr val="bg1">
                    <a:lumMod val="50000"/>
                  </a:schemeClr>
                </a:solidFill>
                <a:latin typeface="Arial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5" name="Content Placeholder 9"/>
          <p:cNvSpPr>
            <a:spLocks noGrp="1"/>
          </p:cNvSpPr>
          <p:nvPr>
            <p:ph sz="quarter" idx="23"/>
          </p:nvPr>
        </p:nvSpPr>
        <p:spPr>
          <a:xfrm>
            <a:off x="7499119" y="23695095"/>
            <a:ext cx="6347543" cy="4319990"/>
          </a:xfrm>
          <a:prstGeom prst="rect">
            <a:avLst/>
          </a:prstGeom>
        </p:spPr>
        <p:txBody>
          <a:bodyPr/>
          <a:lstStyle>
            <a:lvl1pPr>
              <a:lnSpc>
                <a:spcPts val="2988"/>
              </a:lnSpc>
              <a:spcBef>
                <a:spcPts val="0"/>
              </a:spcBef>
              <a:defRPr sz="1819" baseline="0">
                <a:solidFill>
                  <a:schemeClr val="bg1">
                    <a:lumMod val="50000"/>
                  </a:schemeClr>
                </a:solidFill>
                <a:latin typeface="Arial" charset="0"/>
              </a:defRPr>
            </a:lvl1pPr>
            <a:lvl2pPr>
              <a:lnSpc>
                <a:spcPts val="2988"/>
              </a:lnSpc>
              <a:spcBef>
                <a:spcPts val="0"/>
              </a:spcBef>
              <a:defRPr sz="1819" baseline="0">
                <a:solidFill>
                  <a:schemeClr val="bg1">
                    <a:lumMod val="50000"/>
                  </a:schemeClr>
                </a:solidFill>
                <a:latin typeface="Arial" charset="0"/>
              </a:defRPr>
            </a:lvl2pPr>
            <a:lvl3pPr>
              <a:lnSpc>
                <a:spcPts val="2988"/>
              </a:lnSpc>
              <a:spcBef>
                <a:spcPts val="0"/>
              </a:spcBef>
              <a:defRPr sz="1819" baseline="0">
                <a:solidFill>
                  <a:schemeClr val="bg1">
                    <a:lumMod val="50000"/>
                  </a:schemeClr>
                </a:solidFill>
                <a:latin typeface="Arial" charset="0"/>
              </a:defRPr>
            </a:lvl3pPr>
            <a:lvl4pPr>
              <a:lnSpc>
                <a:spcPts val="2988"/>
              </a:lnSpc>
              <a:spcBef>
                <a:spcPts val="0"/>
              </a:spcBef>
              <a:defRPr sz="1819" baseline="0">
                <a:solidFill>
                  <a:schemeClr val="bg1">
                    <a:lumMod val="50000"/>
                  </a:schemeClr>
                </a:solidFill>
                <a:latin typeface="Arial" charset="0"/>
              </a:defRPr>
            </a:lvl4pPr>
            <a:lvl5pPr marL="1484986" indent="-296997">
              <a:lnSpc>
                <a:spcPts val="2988"/>
              </a:lnSpc>
              <a:spcBef>
                <a:spcPts val="0"/>
              </a:spcBef>
              <a:buClr>
                <a:srgbClr val="245EAC"/>
              </a:buClr>
              <a:buFont typeface="Arial" charset="0"/>
              <a:buChar char="•"/>
              <a:defRPr sz="1819" baseline="0">
                <a:solidFill>
                  <a:schemeClr val="bg1">
                    <a:lumMod val="50000"/>
                  </a:schemeClr>
                </a:solidFill>
                <a:latin typeface="Arial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7" name="Content Placeholder 9"/>
          <p:cNvSpPr>
            <a:spLocks noGrp="1"/>
          </p:cNvSpPr>
          <p:nvPr>
            <p:ph sz="quarter" idx="24"/>
          </p:nvPr>
        </p:nvSpPr>
        <p:spPr>
          <a:xfrm>
            <a:off x="7499119" y="18834423"/>
            <a:ext cx="6347543" cy="4420125"/>
          </a:xfrm>
          <a:prstGeom prst="rect">
            <a:avLst/>
          </a:prstGeom>
        </p:spPr>
        <p:txBody>
          <a:bodyPr/>
          <a:lstStyle>
            <a:lvl1pPr>
              <a:lnSpc>
                <a:spcPts val="2988"/>
              </a:lnSpc>
              <a:spcBef>
                <a:spcPts val="0"/>
              </a:spcBef>
              <a:defRPr sz="1819" baseline="0">
                <a:solidFill>
                  <a:schemeClr val="bg1">
                    <a:lumMod val="50000"/>
                  </a:schemeClr>
                </a:solidFill>
                <a:latin typeface="Arial" charset="0"/>
              </a:defRPr>
            </a:lvl1pPr>
            <a:lvl2pPr>
              <a:lnSpc>
                <a:spcPts val="2988"/>
              </a:lnSpc>
              <a:spcBef>
                <a:spcPts val="0"/>
              </a:spcBef>
              <a:defRPr sz="1819" baseline="0">
                <a:solidFill>
                  <a:schemeClr val="bg1">
                    <a:lumMod val="50000"/>
                  </a:schemeClr>
                </a:solidFill>
                <a:latin typeface="Arial" charset="0"/>
              </a:defRPr>
            </a:lvl2pPr>
            <a:lvl3pPr>
              <a:lnSpc>
                <a:spcPts val="2988"/>
              </a:lnSpc>
              <a:spcBef>
                <a:spcPts val="0"/>
              </a:spcBef>
              <a:defRPr sz="1819" baseline="0">
                <a:solidFill>
                  <a:schemeClr val="bg1">
                    <a:lumMod val="50000"/>
                  </a:schemeClr>
                </a:solidFill>
                <a:latin typeface="Arial" charset="0"/>
              </a:defRPr>
            </a:lvl3pPr>
            <a:lvl4pPr>
              <a:lnSpc>
                <a:spcPts val="2988"/>
              </a:lnSpc>
              <a:spcBef>
                <a:spcPts val="0"/>
              </a:spcBef>
              <a:defRPr sz="1819" baseline="0">
                <a:solidFill>
                  <a:schemeClr val="bg1">
                    <a:lumMod val="50000"/>
                  </a:schemeClr>
                </a:solidFill>
                <a:latin typeface="Arial" charset="0"/>
              </a:defRPr>
            </a:lvl4pPr>
            <a:lvl5pPr marL="1484986" indent="-296997">
              <a:lnSpc>
                <a:spcPts val="2988"/>
              </a:lnSpc>
              <a:spcBef>
                <a:spcPts val="0"/>
              </a:spcBef>
              <a:buClr>
                <a:srgbClr val="245EAC"/>
              </a:buClr>
              <a:buFont typeface="Arial" charset="0"/>
              <a:buChar char="•"/>
              <a:defRPr sz="1819" baseline="0">
                <a:solidFill>
                  <a:schemeClr val="bg1">
                    <a:lumMod val="50000"/>
                  </a:schemeClr>
                </a:solidFill>
                <a:latin typeface="Arial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9" name="Picture Placeholder 2"/>
          <p:cNvSpPr>
            <a:spLocks noGrp="1"/>
          </p:cNvSpPr>
          <p:nvPr>
            <p:ph type="pic" sz="quarter" idx="25"/>
          </p:nvPr>
        </p:nvSpPr>
        <p:spPr>
          <a:xfrm>
            <a:off x="14471585" y="12864337"/>
            <a:ext cx="6364763" cy="5140479"/>
          </a:xfrm>
          <a:prstGeom prst="rect">
            <a:avLst/>
          </a:prstGeom>
          <a:solidFill>
            <a:schemeClr val="bg2">
              <a:lumMod val="85000"/>
            </a:schemeClr>
          </a:solidFill>
        </p:spPr>
        <p:txBody>
          <a:bodyPr/>
          <a:lstStyle>
            <a:lvl1pPr marL="0" indent="0" algn="ctr">
              <a:buNone/>
              <a:defRPr sz="1819"/>
            </a:lvl1pPr>
          </a:lstStyle>
          <a:p>
            <a:pPr marL="0" indent="0" algn="ctr">
              <a:buNone/>
            </a:pPr>
            <a:endParaRPr lang="en-US" dirty="0"/>
          </a:p>
        </p:txBody>
      </p:sp>
      <p:sp>
        <p:nvSpPr>
          <p:cNvPr id="20" name="Content Placeholder 9"/>
          <p:cNvSpPr>
            <a:spLocks noGrp="1"/>
          </p:cNvSpPr>
          <p:nvPr>
            <p:ph sz="quarter" idx="20"/>
          </p:nvPr>
        </p:nvSpPr>
        <p:spPr>
          <a:xfrm>
            <a:off x="14471585" y="4493978"/>
            <a:ext cx="6364763" cy="7795771"/>
          </a:xfrm>
          <a:prstGeom prst="rect">
            <a:avLst/>
          </a:prstGeom>
        </p:spPr>
        <p:txBody>
          <a:bodyPr/>
          <a:lstStyle>
            <a:lvl1pPr>
              <a:lnSpc>
                <a:spcPts val="2988"/>
              </a:lnSpc>
              <a:spcBef>
                <a:spcPts val="0"/>
              </a:spcBef>
              <a:defRPr sz="1819" baseline="0">
                <a:solidFill>
                  <a:schemeClr val="bg1">
                    <a:lumMod val="50000"/>
                  </a:schemeClr>
                </a:solidFill>
                <a:latin typeface="Arial" charset="0"/>
              </a:defRPr>
            </a:lvl1pPr>
            <a:lvl2pPr>
              <a:lnSpc>
                <a:spcPts val="2988"/>
              </a:lnSpc>
              <a:spcBef>
                <a:spcPts val="0"/>
              </a:spcBef>
              <a:defRPr sz="1819" baseline="0">
                <a:solidFill>
                  <a:schemeClr val="bg1">
                    <a:lumMod val="50000"/>
                  </a:schemeClr>
                </a:solidFill>
                <a:latin typeface="Arial" charset="0"/>
              </a:defRPr>
            </a:lvl2pPr>
            <a:lvl3pPr>
              <a:lnSpc>
                <a:spcPts val="2988"/>
              </a:lnSpc>
              <a:spcBef>
                <a:spcPts val="0"/>
              </a:spcBef>
              <a:defRPr sz="1819" baseline="0">
                <a:solidFill>
                  <a:schemeClr val="bg1">
                    <a:lumMod val="50000"/>
                  </a:schemeClr>
                </a:solidFill>
                <a:latin typeface="Arial" charset="0"/>
              </a:defRPr>
            </a:lvl3pPr>
            <a:lvl4pPr>
              <a:lnSpc>
                <a:spcPts val="2988"/>
              </a:lnSpc>
              <a:spcBef>
                <a:spcPts val="0"/>
              </a:spcBef>
              <a:defRPr sz="1819" baseline="0">
                <a:solidFill>
                  <a:schemeClr val="bg1">
                    <a:lumMod val="50000"/>
                  </a:schemeClr>
                </a:solidFill>
                <a:latin typeface="Arial" charset="0"/>
              </a:defRPr>
            </a:lvl4pPr>
            <a:lvl5pPr marL="1484986" indent="-296997">
              <a:lnSpc>
                <a:spcPts val="2988"/>
              </a:lnSpc>
              <a:spcBef>
                <a:spcPts val="0"/>
              </a:spcBef>
              <a:buClr>
                <a:srgbClr val="245EAC"/>
              </a:buClr>
              <a:buFont typeface="Arial" charset="0"/>
              <a:buChar char="•"/>
              <a:defRPr sz="1819" baseline="0">
                <a:solidFill>
                  <a:schemeClr val="bg1">
                    <a:lumMod val="50000"/>
                  </a:schemeClr>
                </a:solidFill>
                <a:latin typeface="Arial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1" name="Content Placeholder 9"/>
          <p:cNvSpPr>
            <a:spLocks noGrp="1"/>
          </p:cNvSpPr>
          <p:nvPr>
            <p:ph sz="quarter" idx="21"/>
          </p:nvPr>
        </p:nvSpPr>
        <p:spPr>
          <a:xfrm>
            <a:off x="14471584" y="18579406"/>
            <a:ext cx="6342801" cy="9435679"/>
          </a:xfrm>
          <a:prstGeom prst="rect">
            <a:avLst/>
          </a:prstGeom>
        </p:spPr>
        <p:txBody>
          <a:bodyPr/>
          <a:lstStyle>
            <a:lvl1pPr>
              <a:lnSpc>
                <a:spcPts val="2988"/>
              </a:lnSpc>
              <a:spcBef>
                <a:spcPts val="0"/>
              </a:spcBef>
              <a:defRPr sz="1819" baseline="0">
                <a:solidFill>
                  <a:schemeClr val="bg1">
                    <a:lumMod val="50000"/>
                  </a:schemeClr>
                </a:solidFill>
                <a:latin typeface="Arial" charset="0"/>
              </a:defRPr>
            </a:lvl1pPr>
            <a:lvl2pPr>
              <a:lnSpc>
                <a:spcPts val="2988"/>
              </a:lnSpc>
              <a:spcBef>
                <a:spcPts val="0"/>
              </a:spcBef>
              <a:defRPr sz="1819" baseline="0">
                <a:solidFill>
                  <a:schemeClr val="bg1">
                    <a:lumMod val="50000"/>
                  </a:schemeClr>
                </a:solidFill>
                <a:latin typeface="Arial" charset="0"/>
              </a:defRPr>
            </a:lvl2pPr>
            <a:lvl3pPr>
              <a:lnSpc>
                <a:spcPts val="2988"/>
              </a:lnSpc>
              <a:spcBef>
                <a:spcPts val="0"/>
              </a:spcBef>
              <a:defRPr sz="1819" baseline="0">
                <a:solidFill>
                  <a:schemeClr val="bg1">
                    <a:lumMod val="50000"/>
                  </a:schemeClr>
                </a:solidFill>
                <a:latin typeface="Arial" charset="0"/>
              </a:defRPr>
            </a:lvl3pPr>
            <a:lvl4pPr>
              <a:lnSpc>
                <a:spcPts val="2988"/>
              </a:lnSpc>
              <a:spcBef>
                <a:spcPts val="0"/>
              </a:spcBef>
              <a:defRPr sz="1819" baseline="0">
                <a:solidFill>
                  <a:schemeClr val="bg1">
                    <a:lumMod val="50000"/>
                  </a:schemeClr>
                </a:solidFill>
                <a:latin typeface="Arial" charset="0"/>
              </a:defRPr>
            </a:lvl4pPr>
            <a:lvl5pPr marL="1484986" indent="-296997">
              <a:lnSpc>
                <a:spcPts val="2988"/>
              </a:lnSpc>
              <a:spcBef>
                <a:spcPts val="0"/>
              </a:spcBef>
              <a:buClr>
                <a:srgbClr val="245EAC"/>
              </a:buClr>
              <a:buFont typeface="Arial" charset="0"/>
              <a:buChar char="•"/>
              <a:defRPr sz="1819" baseline="0">
                <a:solidFill>
                  <a:schemeClr val="bg1">
                    <a:lumMod val="50000"/>
                  </a:schemeClr>
                </a:solidFill>
                <a:latin typeface="Arial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41114655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8276" userDrawn="1">
          <p15:clr>
            <a:srgbClr val="FBAE40"/>
          </p15:clr>
        </p15:guide>
        <p15:guide id="2" pos="374" userDrawn="1">
          <p15:clr>
            <a:srgbClr val="FBAE40"/>
          </p15:clr>
        </p15:guide>
        <p15:guide id="3" pos="13111" userDrawn="1">
          <p15:clr>
            <a:srgbClr val="FBAE40"/>
          </p15:clr>
        </p15:guide>
        <p15:guide id="4" orient="horz" pos="3460" userDrawn="1">
          <p15:clr>
            <a:srgbClr val="FBAE40"/>
          </p15:clr>
        </p15:guide>
        <p15:guide id="5" pos="8731" userDrawn="1">
          <p15:clr>
            <a:srgbClr val="FBAE40"/>
          </p15:clr>
        </p15:guide>
        <p15:guide id="6" pos="4350" userDrawn="1">
          <p15:clr>
            <a:srgbClr val="FBAE40"/>
          </p15:clr>
        </p15:guide>
        <p15:guide id="7" pos="4724" userDrawn="1">
          <p15:clr>
            <a:srgbClr val="FBAE40"/>
          </p15:clr>
        </p15:guide>
        <p15:guide id="8" pos="9105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5900257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8276" userDrawn="1">
          <p15:clr>
            <a:srgbClr val="FBAE40"/>
          </p15:clr>
        </p15:guide>
        <p15:guide id="2" pos="374" userDrawn="1">
          <p15:clr>
            <a:srgbClr val="FBAE40"/>
          </p15:clr>
        </p15:guide>
        <p15:guide id="3" pos="13111" userDrawn="1">
          <p15:clr>
            <a:srgbClr val="FBAE40"/>
          </p15:clr>
        </p15:guide>
        <p15:guide id="4" orient="horz" pos="3460" userDrawn="1">
          <p15:clr>
            <a:srgbClr val="FBAE40"/>
          </p15:clr>
        </p15:guide>
        <p15:guide id="5" pos="8731" userDrawn="1">
          <p15:clr>
            <a:srgbClr val="FBAE40"/>
          </p15:clr>
        </p15:guide>
        <p15:guide id="6" pos="4350" userDrawn="1">
          <p15:clr>
            <a:srgbClr val="FBAE40"/>
          </p15:clr>
        </p15:guide>
        <p15:guide id="7" pos="4724" userDrawn="1">
          <p15:clr>
            <a:srgbClr val="FBAE40"/>
          </p15:clr>
        </p15:guide>
        <p15:guide id="8" pos="9105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603772" y="4954765"/>
            <a:ext cx="18176081" cy="10540259"/>
          </a:xfrm>
        </p:spPr>
        <p:txBody>
          <a:bodyPr anchor="b"/>
          <a:lstStyle>
            <a:lvl1pPr algn="ctr">
              <a:defRPr sz="14031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72953" y="15901497"/>
            <a:ext cx="16037719" cy="7309499"/>
          </a:xfrm>
        </p:spPr>
        <p:txBody>
          <a:bodyPr/>
          <a:lstStyle>
            <a:lvl1pPr marL="0" indent="0" algn="ctr">
              <a:buNone/>
              <a:defRPr sz="5612"/>
            </a:lvl1pPr>
            <a:lvl2pPr marL="1069162" indent="0" algn="ctr">
              <a:buNone/>
              <a:defRPr sz="4677"/>
            </a:lvl2pPr>
            <a:lvl3pPr marL="2138324" indent="0" algn="ctr">
              <a:buNone/>
              <a:defRPr sz="4209"/>
            </a:lvl3pPr>
            <a:lvl4pPr marL="3207487" indent="0" algn="ctr">
              <a:buNone/>
              <a:defRPr sz="3742"/>
            </a:lvl4pPr>
            <a:lvl5pPr marL="4276649" indent="0" algn="ctr">
              <a:buNone/>
              <a:defRPr sz="3742"/>
            </a:lvl5pPr>
            <a:lvl6pPr marL="5345811" indent="0" algn="ctr">
              <a:buNone/>
              <a:defRPr sz="3742"/>
            </a:lvl6pPr>
            <a:lvl7pPr marL="6414973" indent="0" algn="ctr">
              <a:buNone/>
              <a:defRPr sz="3742"/>
            </a:lvl7pPr>
            <a:lvl8pPr marL="7484135" indent="0" algn="ctr">
              <a:buNone/>
              <a:defRPr sz="3742"/>
            </a:lvl8pPr>
            <a:lvl9pPr marL="8553298" indent="0" algn="ctr">
              <a:buNone/>
              <a:defRPr sz="3742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4/22/26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01150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4/22/26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4119654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8988" y="7547788"/>
            <a:ext cx="18443377" cy="12593645"/>
          </a:xfrm>
        </p:spPr>
        <p:txBody>
          <a:bodyPr anchor="b"/>
          <a:lstStyle>
            <a:lvl1pPr>
              <a:defRPr sz="14031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8988" y="20260574"/>
            <a:ext cx="18443377" cy="6622701"/>
          </a:xfrm>
        </p:spPr>
        <p:txBody>
          <a:bodyPr/>
          <a:lstStyle>
            <a:lvl1pPr marL="0" indent="0">
              <a:buNone/>
              <a:defRPr sz="5612">
                <a:solidFill>
                  <a:schemeClr val="tx1"/>
                </a:solidFill>
              </a:defRPr>
            </a:lvl1pPr>
            <a:lvl2pPr marL="1069162" indent="0">
              <a:buNone/>
              <a:defRPr sz="4677">
                <a:solidFill>
                  <a:schemeClr val="tx1">
                    <a:tint val="75000"/>
                  </a:schemeClr>
                </a:solidFill>
              </a:defRPr>
            </a:lvl2pPr>
            <a:lvl3pPr marL="2138324" indent="0">
              <a:buNone/>
              <a:defRPr sz="4209">
                <a:solidFill>
                  <a:schemeClr val="tx1">
                    <a:tint val="75000"/>
                  </a:schemeClr>
                </a:solidFill>
              </a:defRPr>
            </a:lvl3pPr>
            <a:lvl4pPr marL="3207487" indent="0">
              <a:buNone/>
              <a:defRPr sz="3742">
                <a:solidFill>
                  <a:schemeClr val="tx1">
                    <a:tint val="75000"/>
                  </a:schemeClr>
                </a:solidFill>
              </a:defRPr>
            </a:lvl4pPr>
            <a:lvl5pPr marL="4276649" indent="0">
              <a:buNone/>
              <a:defRPr sz="3742">
                <a:solidFill>
                  <a:schemeClr val="tx1">
                    <a:tint val="75000"/>
                  </a:schemeClr>
                </a:solidFill>
              </a:defRPr>
            </a:lvl5pPr>
            <a:lvl6pPr marL="5345811" indent="0">
              <a:buNone/>
              <a:defRPr sz="3742">
                <a:solidFill>
                  <a:schemeClr val="tx1">
                    <a:tint val="75000"/>
                  </a:schemeClr>
                </a:solidFill>
              </a:defRPr>
            </a:lvl6pPr>
            <a:lvl7pPr marL="6414973" indent="0">
              <a:buNone/>
              <a:defRPr sz="3742">
                <a:solidFill>
                  <a:schemeClr val="tx1">
                    <a:tint val="75000"/>
                  </a:schemeClr>
                </a:solidFill>
              </a:defRPr>
            </a:lvl7pPr>
            <a:lvl8pPr marL="7484135" indent="0">
              <a:buNone/>
              <a:defRPr sz="3742">
                <a:solidFill>
                  <a:schemeClr val="tx1">
                    <a:tint val="75000"/>
                  </a:schemeClr>
                </a:solidFill>
              </a:defRPr>
            </a:lvl8pPr>
            <a:lvl9pPr marL="8553298" indent="0">
              <a:buNone/>
              <a:defRPr sz="3742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4/22/26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2245179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70124" y="8059374"/>
            <a:ext cx="9088041" cy="19209345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825460" y="8059374"/>
            <a:ext cx="9088041" cy="19209345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4/22/26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793692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72909" y="1611882"/>
            <a:ext cx="18443377" cy="5851808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72912" y="7421634"/>
            <a:ext cx="9046274" cy="3637228"/>
          </a:xfrm>
        </p:spPr>
        <p:txBody>
          <a:bodyPr anchor="b"/>
          <a:lstStyle>
            <a:lvl1pPr marL="0" indent="0">
              <a:buNone/>
              <a:defRPr sz="5612" b="1"/>
            </a:lvl1pPr>
            <a:lvl2pPr marL="1069162" indent="0">
              <a:buNone/>
              <a:defRPr sz="4677" b="1"/>
            </a:lvl2pPr>
            <a:lvl3pPr marL="2138324" indent="0">
              <a:buNone/>
              <a:defRPr sz="4209" b="1"/>
            </a:lvl3pPr>
            <a:lvl4pPr marL="3207487" indent="0">
              <a:buNone/>
              <a:defRPr sz="3742" b="1"/>
            </a:lvl4pPr>
            <a:lvl5pPr marL="4276649" indent="0">
              <a:buNone/>
              <a:defRPr sz="3742" b="1"/>
            </a:lvl5pPr>
            <a:lvl6pPr marL="5345811" indent="0">
              <a:buNone/>
              <a:defRPr sz="3742" b="1"/>
            </a:lvl6pPr>
            <a:lvl7pPr marL="6414973" indent="0">
              <a:buNone/>
              <a:defRPr sz="3742" b="1"/>
            </a:lvl7pPr>
            <a:lvl8pPr marL="7484135" indent="0">
              <a:buNone/>
              <a:defRPr sz="3742" b="1"/>
            </a:lvl8pPr>
            <a:lvl9pPr marL="8553298" indent="0">
              <a:buNone/>
              <a:defRPr sz="3742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72912" y="11058863"/>
            <a:ext cx="9046274" cy="16265921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0825461" y="7421634"/>
            <a:ext cx="9090826" cy="3637228"/>
          </a:xfrm>
        </p:spPr>
        <p:txBody>
          <a:bodyPr anchor="b"/>
          <a:lstStyle>
            <a:lvl1pPr marL="0" indent="0">
              <a:buNone/>
              <a:defRPr sz="5612" b="1"/>
            </a:lvl1pPr>
            <a:lvl2pPr marL="1069162" indent="0">
              <a:buNone/>
              <a:defRPr sz="4677" b="1"/>
            </a:lvl2pPr>
            <a:lvl3pPr marL="2138324" indent="0">
              <a:buNone/>
              <a:defRPr sz="4209" b="1"/>
            </a:lvl3pPr>
            <a:lvl4pPr marL="3207487" indent="0">
              <a:buNone/>
              <a:defRPr sz="3742" b="1"/>
            </a:lvl4pPr>
            <a:lvl5pPr marL="4276649" indent="0">
              <a:buNone/>
              <a:defRPr sz="3742" b="1"/>
            </a:lvl5pPr>
            <a:lvl6pPr marL="5345811" indent="0">
              <a:buNone/>
              <a:defRPr sz="3742" b="1"/>
            </a:lvl6pPr>
            <a:lvl7pPr marL="6414973" indent="0">
              <a:buNone/>
              <a:defRPr sz="3742" b="1"/>
            </a:lvl7pPr>
            <a:lvl8pPr marL="7484135" indent="0">
              <a:buNone/>
              <a:defRPr sz="3742" b="1"/>
            </a:lvl8pPr>
            <a:lvl9pPr marL="8553298" indent="0">
              <a:buNone/>
              <a:defRPr sz="3742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0825461" y="11058863"/>
            <a:ext cx="9090826" cy="16265921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4/22/26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90807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4/22/26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391162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4/22/26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1244465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8276" userDrawn="1">
          <p15:clr>
            <a:srgbClr val="FBAE40"/>
          </p15:clr>
        </p15:guide>
        <p15:guide id="2" pos="374" userDrawn="1">
          <p15:clr>
            <a:srgbClr val="FBAE40"/>
          </p15:clr>
        </p15:guide>
        <p15:guide id="3" pos="13111" userDrawn="1">
          <p15:clr>
            <a:srgbClr val="FBAE40"/>
          </p15:clr>
        </p15:guide>
        <p15:guide id="4" orient="horz" pos="3460" userDrawn="1">
          <p15:clr>
            <a:srgbClr val="FBAE40"/>
          </p15:clr>
        </p15:guide>
        <p15:guide id="5" pos="8731" userDrawn="1">
          <p15:clr>
            <a:srgbClr val="FBAE40"/>
          </p15:clr>
        </p15:guide>
        <p15:guide id="6" pos="4350" userDrawn="1">
          <p15:clr>
            <a:srgbClr val="FBAE40"/>
          </p15:clr>
        </p15:guide>
        <p15:guide id="7" pos="4724" userDrawn="1">
          <p15:clr>
            <a:srgbClr val="FBAE40"/>
          </p15:clr>
        </p15:guide>
        <p15:guide id="8" pos="9105" userDrawn="1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72909" y="2018348"/>
            <a:ext cx="6896776" cy="7064216"/>
          </a:xfrm>
        </p:spPr>
        <p:txBody>
          <a:bodyPr anchor="b"/>
          <a:lstStyle>
            <a:lvl1pPr>
              <a:defRPr sz="7483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090826" y="4359077"/>
            <a:ext cx="10825460" cy="21515024"/>
          </a:xfrm>
        </p:spPr>
        <p:txBody>
          <a:bodyPr/>
          <a:lstStyle>
            <a:lvl1pPr>
              <a:defRPr sz="7483"/>
            </a:lvl1pPr>
            <a:lvl2pPr>
              <a:defRPr sz="6548"/>
            </a:lvl2pPr>
            <a:lvl3pPr>
              <a:defRPr sz="5612"/>
            </a:lvl3pPr>
            <a:lvl4pPr>
              <a:defRPr sz="4677"/>
            </a:lvl4pPr>
            <a:lvl5pPr>
              <a:defRPr sz="4677"/>
            </a:lvl5pPr>
            <a:lvl6pPr>
              <a:defRPr sz="4677"/>
            </a:lvl6pPr>
            <a:lvl7pPr>
              <a:defRPr sz="4677"/>
            </a:lvl7pPr>
            <a:lvl8pPr>
              <a:defRPr sz="4677"/>
            </a:lvl8pPr>
            <a:lvl9pPr>
              <a:defRPr sz="4677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72909" y="9082564"/>
            <a:ext cx="6896776" cy="16826573"/>
          </a:xfrm>
        </p:spPr>
        <p:txBody>
          <a:bodyPr/>
          <a:lstStyle>
            <a:lvl1pPr marL="0" indent="0">
              <a:buNone/>
              <a:defRPr sz="3742"/>
            </a:lvl1pPr>
            <a:lvl2pPr marL="1069162" indent="0">
              <a:buNone/>
              <a:defRPr sz="3274"/>
            </a:lvl2pPr>
            <a:lvl3pPr marL="2138324" indent="0">
              <a:buNone/>
              <a:defRPr sz="2806"/>
            </a:lvl3pPr>
            <a:lvl4pPr marL="3207487" indent="0">
              <a:buNone/>
              <a:defRPr sz="2339"/>
            </a:lvl4pPr>
            <a:lvl5pPr marL="4276649" indent="0">
              <a:buNone/>
              <a:defRPr sz="2339"/>
            </a:lvl5pPr>
            <a:lvl6pPr marL="5345811" indent="0">
              <a:buNone/>
              <a:defRPr sz="2339"/>
            </a:lvl6pPr>
            <a:lvl7pPr marL="6414973" indent="0">
              <a:buNone/>
              <a:defRPr sz="2339"/>
            </a:lvl7pPr>
            <a:lvl8pPr marL="7484135" indent="0">
              <a:buNone/>
              <a:defRPr sz="2339"/>
            </a:lvl8pPr>
            <a:lvl9pPr marL="8553298" indent="0">
              <a:buNone/>
              <a:defRPr sz="2339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4/22/26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972795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72909" y="2018348"/>
            <a:ext cx="6896776" cy="7064216"/>
          </a:xfrm>
        </p:spPr>
        <p:txBody>
          <a:bodyPr anchor="b"/>
          <a:lstStyle>
            <a:lvl1pPr>
              <a:defRPr sz="7483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9090826" y="4359077"/>
            <a:ext cx="10825460" cy="21515024"/>
          </a:xfrm>
        </p:spPr>
        <p:txBody>
          <a:bodyPr anchor="t"/>
          <a:lstStyle>
            <a:lvl1pPr marL="0" indent="0">
              <a:buNone/>
              <a:defRPr sz="7483"/>
            </a:lvl1pPr>
            <a:lvl2pPr marL="1069162" indent="0">
              <a:buNone/>
              <a:defRPr sz="6548"/>
            </a:lvl2pPr>
            <a:lvl3pPr marL="2138324" indent="0">
              <a:buNone/>
              <a:defRPr sz="5612"/>
            </a:lvl3pPr>
            <a:lvl4pPr marL="3207487" indent="0">
              <a:buNone/>
              <a:defRPr sz="4677"/>
            </a:lvl4pPr>
            <a:lvl5pPr marL="4276649" indent="0">
              <a:buNone/>
              <a:defRPr sz="4677"/>
            </a:lvl5pPr>
            <a:lvl6pPr marL="5345811" indent="0">
              <a:buNone/>
              <a:defRPr sz="4677"/>
            </a:lvl6pPr>
            <a:lvl7pPr marL="6414973" indent="0">
              <a:buNone/>
              <a:defRPr sz="4677"/>
            </a:lvl7pPr>
            <a:lvl8pPr marL="7484135" indent="0">
              <a:buNone/>
              <a:defRPr sz="4677"/>
            </a:lvl8pPr>
            <a:lvl9pPr marL="8553298" indent="0">
              <a:buNone/>
              <a:defRPr sz="4677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72909" y="9082564"/>
            <a:ext cx="6896776" cy="16826573"/>
          </a:xfrm>
        </p:spPr>
        <p:txBody>
          <a:bodyPr/>
          <a:lstStyle>
            <a:lvl1pPr marL="0" indent="0">
              <a:buNone/>
              <a:defRPr sz="3742"/>
            </a:lvl1pPr>
            <a:lvl2pPr marL="1069162" indent="0">
              <a:buNone/>
              <a:defRPr sz="3274"/>
            </a:lvl2pPr>
            <a:lvl3pPr marL="2138324" indent="0">
              <a:buNone/>
              <a:defRPr sz="2806"/>
            </a:lvl3pPr>
            <a:lvl4pPr marL="3207487" indent="0">
              <a:buNone/>
              <a:defRPr sz="2339"/>
            </a:lvl4pPr>
            <a:lvl5pPr marL="4276649" indent="0">
              <a:buNone/>
              <a:defRPr sz="2339"/>
            </a:lvl5pPr>
            <a:lvl6pPr marL="5345811" indent="0">
              <a:buNone/>
              <a:defRPr sz="2339"/>
            </a:lvl6pPr>
            <a:lvl7pPr marL="6414973" indent="0">
              <a:buNone/>
              <a:defRPr sz="2339"/>
            </a:lvl7pPr>
            <a:lvl8pPr marL="7484135" indent="0">
              <a:buNone/>
              <a:defRPr sz="2339"/>
            </a:lvl8pPr>
            <a:lvl9pPr marL="8553298" indent="0">
              <a:buNone/>
              <a:defRPr sz="2339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4/22/26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6505180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4/22/26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4576949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5302658" y="1611875"/>
            <a:ext cx="4610844" cy="25656844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70125" y="1611875"/>
            <a:ext cx="13565237" cy="25656844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4/22/26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7374713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Research Poster Templa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2"/>
          <p:cNvSpPr>
            <a:spLocks noGrp="1"/>
          </p:cNvSpPr>
          <p:nvPr>
            <p:ph type="pic" sz="quarter" idx="16"/>
          </p:nvPr>
        </p:nvSpPr>
        <p:spPr>
          <a:xfrm>
            <a:off x="593990" y="16657374"/>
            <a:ext cx="6311139" cy="5140479"/>
          </a:xfrm>
          <a:prstGeom prst="rect">
            <a:avLst/>
          </a:prstGeom>
          <a:solidFill>
            <a:schemeClr val="bg2">
              <a:lumMod val="85000"/>
            </a:schemeClr>
          </a:solidFill>
        </p:spPr>
        <p:txBody>
          <a:bodyPr/>
          <a:lstStyle>
            <a:lvl1pPr marL="0" indent="0" algn="ctr">
              <a:buNone/>
              <a:defRPr sz="1819"/>
            </a:lvl1pPr>
          </a:lstStyle>
          <a:p>
            <a:pPr marL="0" indent="0" algn="ctr">
              <a:buNone/>
            </a:pPr>
            <a:endParaRPr lang="en-US" dirty="0"/>
          </a:p>
        </p:txBody>
      </p:sp>
      <p:sp>
        <p:nvSpPr>
          <p:cNvPr id="8" name="Picture Placeholder 2"/>
          <p:cNvSpPr>
            <a:spLocks noGrp="1"/>
          </p:cNvSpPr>
          <p:nvPr>
            <p:ph type="pic" sz="quarter" idx="17"/>
          </p:nvPr>
        </p:nvSpPr>
        <p:spPr>
          <a:xfrm>
            <a:off x="593990" y="22874605"/>
            <a:ext cx="6311139" cy="5140479"/>
          </a:xfrm>
          <a:prstGeom prst="rect">
            <a:avLst/>
          </a:prstGeom>
          <a:solidFill>
            <a:schemeClr val="bg2">
              <a:lumMod val="85000"/>
            </a:schemeClr>
          </a:solidFill>
        </p:spPr>
        <p:txBody>
          <a:bodyPr/>
          <a:lstStyle>
            <a:lvl1pPr marL="0" indent="0" algn="ctr">
              <a:buNone/>
              <a:defRPr sz="1819"/>
            </a:lvl1pPr>
          </a:lstStyle>
          <a:p>
            <a:pPr marL="0" indent="0" algn="ctr">
              <a:buNone/>
            </a:pPr>
            <a:endParaRPr lang="en-US" dirty="0"/>
          </a:p>
        </p:txBody>
      </p:sp>
      <p:sp>
        <p:nvSpPr>
          <p:cNvPr id="11" name="Content Placeholder 9"/>
          <p:cNvSpPr>
            <a:spLocks noGrp="1"/>
          </p:cNvSpPr>
          <p:nvPr>
            <p:ph sz="quarter" idx="10"/>
          </p:nvPr>
        </p:nvSpPr>
        <p:spPr>
          <a:xfrm>
            <a:off x="593990" y="4493977"/>
            <a:ext cx="6311139" cy="11311907"/>
          </a:xfrm>
          <a:prstGeom prst="rect">
            <a:avLst/>
          </a:prstGeom>
        </p:spPr>
        <p:txBody>
          <a:bodyPr/>
          <a:lstStyle>
            <a:lvl1pPr>
              <a:lnSpc>
                <a:spcPts val="2988"/>
              </a:lnSpc>
              <a:spcBef>
                <a:spcPts val="0"/>
              </a:spcBef>
              <a:defRPr sz="1819" baseline="0">
                <a:solidFill>
                  <a:schemeClr val="bg1">
                    <a:lumMod val="50000"/>
                  </a:schemeClr>
                </a:solidFill>
                <a:latin typeface="Arial" charset="0"/>
              </a:defRPr>
            </a:lvl1pPr>
            <a:lvl2pPr>
              <a:lnSpc>
                <a:spcPts val="2988"/>
              </a:lnSpc>
              <a:spcBef>
                <a:spcPts val="0"/>
              </a:spcBef>
              <a:defRPr sz="1819" baseline="0">
                <a:solidFill>
                  <a:schemeClr val="bg1">
                    <a:lumMod val="50000"/>
                  </a:schemeClr>
                </a:solidFill>
                <a:latin typeface="Arial" charset="0"/>
              </a:defRPr>
            </a:lvl2pPr>
            <a:lvl3pPr>
              <a:lnSpc>
                <a:spcPts val="2988"/>
              </a:lnSpc>
              <a:spcBef>
                <a:spcPts val="0"/>
              </a:spcBef>
              <a:defRPr sz="1819" baseline="0">
                <a:solidFill>
                  <a:schemeClr val="bg1">
                    <a:lumMod val="50000"/>
                  </a:schemeClr>
                </a:solidFill>
                <a:latin typeface="Arial" charset="0"/>
              </a:defRPr>
            </a:lvl3pPr>
            <a:lvl4pPr>
              <a:lnSpc>
                <a:spcPts val="2988"/>
              </a:lnSpc>
              <a:spcBef>
                <a:spcPts val="0"/>
              </a:spcBef>
              <a:defRPr sz="1819" baseline="0">
                <a:solidFill>
                  <a:schemeClr val="bg1">
                    <a:lumMod val="50000"/>
                  </a:schemeClr>
                </a:solidFill>
                <a:latin typeface="Arial" charset="0"/>
              </a:defRPr>
            </a:lvl4pPr>
            <a:lvl5pPr marL="1484986" indent="-296997">
              <a:lnSpc>
                <a:spcPts val="2988"/>
              </a:lnSpc>
              <a:spcBef>
                <a:spcPts val="0"/>
              </a:spcBef>
              <a:buClr>
                <a:srgbClr val="245EAC"/>
              </a:buClr>
              <a:buFont typeface="Arial" charset="0"/>
              <a:buChar char="•"/>
              <a:defRPr sz="1819" baseline="0">
                <a:solidFill>
                  <a:schemeClr val="bg1">
                    <a:lumMod val="50000"/>
                  </a:schemeClr>
                </a:solidFill>
                <a:latin typeface="Arial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4" name="Content Placeholder 9"/>
          <p:cNvSpPr>
            <a:spLocks noGrp="1"/>
          </p:cNvSpPr>
          <p:nvPr>
            <p:ph sz="quarter" idx="18"/>
          </p:nvPr>
        </p:nvSpPr>
        <p:spPr>
          <a:xfrm>
            <a:off x="7547162" y="4493977"/>
            <a:ext cx="6329815" cy="13924946"/>
          </a:xfrm>
          <a:prstGeom prst="rect">
            <a:avLst/>
          </a:prstGeom>
        </p:spPr>
        <p:txBody>
          <a:bodyPr/>
          <a:lstStyle>
            <a:lvl1pPr>
              <a:lnSpc>
                <a:spcPts val="2988"/>
              </a:lnSpc>
              <a:spcBef>
                <a:spcPts val="0"/>
              </a:spcBef>
              <a:defRPr sz="1819" baseline="0">
                <a:solidFill>
                  <a:schemeClr val="bg1">
                    <a:lumMod val="50000"/>
                  </a:schemeClr>
                </a:solidFill>
                <a:latin typeface="Arial" charset="0"/>
              </a:defRPr>
            </a:lvl1pPr>
            <a:lvl2pPr>
              <a:lnSpc>
                <a:spcPts val="2988"/>
              </a:lnSpc>
              <a:spcBef>
                <a:spcPts val="0"/>
              </a:spcBef>
              <a:defRPr sz="1819" baseline="0">
                <a:solidFill>
                  <a:schemeClr val="bg1">
                    <a:lumMod val="50000"/>
                  </a:schemeClr>
                </a:solidFill>
                <a:latin typeface="Arial" charset="0"/>
              </a:defRPr>
            </a:lvl2pPr>
            <a:lvl3pPr>
              <a:lnSpc>
                <a:spcPts val="2988"/>
              </a:lnSpc>
              <a:spcBef>
                <a:spcPts val="0"/>
              </a:spcBef>
              <a:defRPr sz="1819" baseline="0">
                <a:solidFill>
                  <a:schemeClr val="bg1">
                    <a:lumMod val="50000"/>
                  </a:schemeClr>
                </a:solidFill>
                <a:latin typeface="Arial" charset="0"/>
              </a:defRPr>
            </a:lvl3pPr>
            <a:lvl4pPr>
              <a:lnSpc>
                <a:spcPts val="2988"/>
              </a:lnSpc>
              <a:spcBef>
                <a:spcPts val="0"/>
              </a:spcBef>
              <a:defRPr sz="1819" baseline="0">
                <a:solidFill>
                  <a:schemeClr val="bg1">
                    <a:lumMod val="50000"/>
                  </a:schemeClr>
                </a:solidFill>
                <a:latin typeface="Arial" charset="0"/>
              </a:defRPr>
            </a:lvl4pPr>
            <a:lvl5pPr marL="1484986" indent="-296997">
              <a:lnSpc>
                <a:spcPts val="2988"/>
              </a:lnSpc>
              <a:spcBef>
                <a:spcPts val="0"/>
              </a:spcBef>
              <a:buClr>
                <a:srgbClr val="245EAC"/>
              </a:buClr>
              <a:buFont typeface="Arial" charset="0"/>
              <a:buChar char="•"/>
              <a:defRPr sz="1819" baseline="0">
                <a:solidFill>
                  <a:schemeClr val="bg1">
                    <a:lumMod val="50000"/>
                  </a:schemeClr>
                </a:solidFill>
                <a:latin typeface="Arial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5" name="Content Placeholder 9"/>
          <p:cNvSpPr>
            <a:spLocks noGrp="1"/>
          </p:cNvSpPr>
          <p:nvPr>
            <p:ph sz="quarter" idx="23"/>
          </p:nvPr>
        </p:nvSpPr>
        <p:spPr>
          <a:xfrm>
            <a:off x="7499119" y="23695095"/>
            <a:ext cx="6347543" cy="4319990"/>
          </a:xfrm>
          <a:prstGeom prst="rect">
            <a:avLst/>
          </a:prstGeom>
        </p:spPr>
        <p:txBody>
          <a:bodyPr/>
          <a:lstStyle>
            <a:lvl1pPr>
              <a:lnSpc>
                <a:spcPts val="2988"/>
              </a:lnSpc>
              <a:spcBef>
                <a:spcPts val="0"/>
              </a:spcBef>
              <a:defRPr sz="1819" baseline="0">
                <a:solidFill>
                  <a:schemeClr val="bg1">
                    <a:lumMod val="50000"/>
                  </a:schemeClr>
                </a:solidFill>
                <a:latin typeface="Arial" charset="0"/>
              </a:defRPr>
            </a:lvl1pPr>
            <a:lvl2pPr>
              <a:lnSpc>
                <a:spcPts val="2988"/>
              </a:lnSpc>
              <a:spcBef>
                <a:spcPts val="0"/>
              </a:spcBef>
              <a:defRPr sz="1819" baseline="0">
                <a:solidFill>
                  <a:schemeClr val="bg1">
                    <a:lumMod val="50000"/>
                  </a:schemeClr>
                </a:solidFill>
                <a:latin typeface="Arial" charset="0"/>
              </a:defRPr>
            </a:lvl2pPr>
            <a:lvl3pPr>
              <a:lnSpc>
                <a:spcPts val="2988"/>
              </a:lnSpc>
              <a:spcBef>
                <a:spcPts val="0"/>
              </a:spcBef>
              <a:defRPr sz="1819" baseline="0">
                <a:solidFill>
                  <a:schemeClr val="bg1">
                    <a:lumMod val="50000"/>
                  </a:schemeClr>
                </a:solidFill>
                <a:latin typeface="Arial" charset="0"/>
              </a:defRPr>
            </a:lvl3pPr>
            <a:lvl4pPr>
              <a:lnSpc>
                <a:spcPts val="2988"/>
              </a:lnSpc>
              <a:spcBef>
                <a:spcPts val="0"/>
              </a:spcBef>
              <a:defRPr sz="1819" baseline="0">
                <a:solidFill>
                  <a:schemeClr val="bg1">
                    <a:lumMod val="50000"/>
                  </a:schemeClr>
                </a:solidFill>
                <a:latin typeface="Arial" charset="0"/>
              </a:defRPr>
            </a:lvl4pPr>
            <a:lvl5pPr marL="1484986" indent="-296997">
              <a:lnSpc>
                <a:spcPts val="2988"/>
              </a:lnSpc>
              <a:spcBef>
                <a:spcPts val="0"/>
              </a:spcBef>
              <a:buClr>
                <a:srgbClr val="245EAC"/>
              </a:buClr>
              <a:buFont typeface="Arial" charset="0"/>
              <a:buChar char="•"/>
              <a:defRPr sz="1819" baseline="0">
                <a:solidFill>
                  <a:schemeClr val="bg1">
                    <a:lumMod val="50000"/>
                  </a:schemeClr>
                </a:solidFill>
                <a:latin typeface="Arial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7" name="Content Placeholder 9"/>
          <p:cNvSpPr>
            <a:spLocks noGrp="1"/>
          </p:cNvSpPr>
          <p:nvPr>
            <p:ph sz="quarter" idx="24"/>
          </p:nvPr>
        </p:nvSpPr>
        <p:spPr>
          <a:xfrm>
            <a:off x="7499119" y="18834423"/>
            <a:ext cx="6347543" cy="4420125"/>
          </a:xfrm>
          <a:prstGeom prst="rect">
            <a:avLst/>
          </a:prstGeom>
        </p:spPr>
        <p:txBody>
          <a:bodyPr/>
          <a:lstStyle>
            <a:lvl1pPr>
              <a:lnSpc>
                <a:spcPts val="2988"/>
              </a:lnSpc>
              <a:spcBef>
                <a:spcPts val="0"/>
              </a:spcBef>
              <a:defRPr sz="1819" baseline="0">
                <a:solidFill>
                  <a:schemeClr val="bg1">
                    <a:lumMod val="50000"/>
                  </a:schemeClr>
                </a:solidFill>
                <a:latin typeface="Arial" charset="0"/>
              </a:defRPr>
            </a:lvl1pPr>
            <a:lvl2pPr>
              <a:lnSpc>
                <a:spcPts val="2988"/>
              </a:lnSpc>
              <a:spcBef>
                <a:spcPts val="0"/>
              </a:spcBef>
              <a:defRPr sz="1819" baseline="0">
                <a:solidFill>
                  <a:schemeClr val="bg1">
                    <a:lumMod val="50000"/>
                  </a:schemeClr>
                </a:solidFill>
                <a:latin typeface="Arial" charset="0"/>
              </a:defRPr>
            </a:lvl2pPr>
            <a:lvl3pPr>
              <a:lnSpc>
                <a:spcPts val="2988"/>
              </a:lnSpc>
              <a:spcBef>
                <a:spcPts val="0"/>
              </a:spcBef>
              <a:defRPr sz="1819" baseline="0">
                <a:solidFill>
                  <a:schemeClr val="bg1">
                    <a:lumMod val="50000"/>
                  </a:schemeClr>
                </a:solidFill>
                <a:latin typeface="Arial" charset="0"/>
              </a:defRPr>
            </a:lvl3pPr>
            <a:lvl4pPr>
              <a:lnSpc>
                <a:spcPts val="2988"/>
              </a:lnSpc>
              <a:spcBef>
                <a:spcPts val="0"/>
              </a:spcBef>
              <a:defRPr sz="1819" baseline="0">
                <a:solidFill>
                  <a:schemeClr val="bg1">
                    <a:lumMod val="50000"/>
                  </a:schemeClr>
                </a:solidFill>
                <a:latin typeface="Arial" charset="0"/>
              </a:defRPr>
            </a:lvl4pPr>
            <a:lvl5pPr marL="1484986" indent="-296997">
              <a:lnSpc>
                <a:spcPts val="2988"/>
              </a:lnSpc>
              <a:spcBef>
                <a:spcPts val="0"/>
              </a:spcBef>
              <a:buClr>
                <a:srgbClr val="245EAC"/>
              </a:buClr>
              <a:buFont typeface="Arial" charset="0"/>
              <a:buChar char="•"/>
              <a:defRPr sz="1819" baseline="0">
                <a:solidFill>
                  <a:schemeClr val="bg1">
                    <a:lumMod val="50000"/>
                  </a:schemeClr>
                </a:solidFill>
                <a:latin typeface="Arial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9" name="Picture Placeholder 2"/>
          <p:cNvSpPr>
            <a:spLocks noGrp="1"/>
          </p:cNvSpPr>
          <p:nvPr>
            <p:ph type="pic" sz="quarter" idx="25"/>
          </p:nvPr>
        </p:nvSpPr>
        <p:spPr>
          <a:xfrm>
            <a:off x="14471585" y="12864337"/>
            <a:ext cx="6364763" cy="5140479"/>
          </a:xfrm>
          <a:prstGeom prst="rect">
            <a:avLst/>
          </a:prstGeom>
          <a:solidFill>
            <a:schemeClr val="bg2">
              <a:lumMod val="85000"/>
            </a:schemeClr>
          </a:solidFill>
        </p:spPr>
        <p:txBody>
          <a:bodyPr/>
          <a:lstStyle>
            <a:lvl1pPr marL="0" indent="0" algn="ctr">
              <a:buNone/>
              <a:defRPr sz="1819"/>
            </a:lvl1pPr>
          </a:lstStyle>
          <a:p>
            <a:pPr marL="0" indent="0" algn="ctr">
              <a:buNone/>
            </a:pPr>
            <a:endParaRPr lang="en-US" dirty="0"/>
          </a:p>
        </p:txBody>
      </p:sp>
      <p:sp>
        <p:nvSpPr>
          <p:cNvPr id="20" name="Content Placeholder 9"/>
          <p:cNvSpPr>
            <a:spLocks noGrp="1"/>
          </p:cNvSpPr>
          <p:nvPr>
            <p:ph sz="quarter" idx="20"/>
          </p:nvPr>
        </p:nvSpPr>
        <p:spPr>
          <a:xfrm>
            <a:off x="14471585" y="4493978"/>
            <a:ext cx="6364763" cy="7795771"/>
          </a:xfrm>
          <a:prstGeom prst="rect">
            <a:avLst/>
          </a:prstGeom>
        </p:spPr>
        <p:txBody>
          <a:bodyPr/>
          <a:lstStyle>
            <a:lvl1pPr>
              <a:lnSpc>
                <a:spcPts val="2988"/>
              </a:lnSpc>
              <a:spcBef>
                <a:spcPts val="0"/>
              </a:spcBef>
              <a:defRPr sz="1819" baseline="0">
                <a:solidFill>
                  <a:schemeClr val="bg1">
                    <a:lumMod val="50000"/>
                  </a:schemeClr>
                </a:solidFill>
                <a:latin typeface="Arial" charset="0"/>
              </a:defRPr>
            </a:lvl1pPr>
            <a:lvl2pPr>
              <a:lnSpc>
                <a:spcPts val="2988"/>
              </a:lnSpc>
              <a:spcBef>
                <a:spcPts val="0"/>
              </a:spcBef>
              <a:defRPr sz="1819" baseline="0">
                <a:solidFill>
                  <a:schemeClr val="bg1">
                    <a:lumMod val="50000"/>
                  </a:schemeClr>
                </a:solidFill>
                <a:latin typeface="Arial" charset="0"/>
              </a:defRPr>
            </a:lvl2pPr>
            <a:lvl3pPr>
              <a:lnSpc>
                <a:spcPts val="2988"/>
              </a:lnSpc>
              <a:spcBef>
                <a:spcPts val="0"/>
              </a:spcBef>
              <a:defRPr sz="1819" baseline="0">
                <a:solidFill>
                  <a:schemeClr val="bg1">
                    <a:lumMod val="50000"/>
                  </a:schemeClr>
                </a:solidFill>
                <a:latin typeface="Arial" charset="0"/>
              </a:defRPr>
            </a:lvl3pPr>
            <a:lvl4pPr>
              <a:lnSpc>
                <a:spcPts val="2988"/>
              </a:lnSpc>
              <a:spcBef>
                <a:spcPts val="0"/>
              </a:spcBef>
              <a:defRPr sz="1819" baseline="0">
                <a:solidFill>
                  <a:schemeClr val="bg1">
                    <a:lumMod val="50000"/>
                  </a:schemeClr>
                </a:solidFill>
                <a:latin typeface="Arial" charset="0"/>
              </a:defRPr>
            </a:lvl4pPr>
            <a:lvl5pPr marL="1484986" indent="-296997">
              <a:lnSpc>
                <a:spcPts val="2988"/>
              </a:lnSpc>
              <a:spcBef>
                <a:spcPts val="0"/>
              </a:spcBef>
              <a:buClr>
                <a:srgbClr val="245EAC"/>
              </a:buClr>
              <a:buFont typeface="Arial" charset="0"/>
              <a:buChar char="•"/>
              <a:defRPr sz="1819" baseline="0">
                <a:solidFill>
                  <a:schemeClr val="bg1">
                    <a:lumMod val="50000"/>
                  </a:schemeClr>
                </a:solidFill>
                <a:latin typeface="Arial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1" name="Content Placeholder 9"/>
          <p:cNvSpPr>
            <a:spLocks noGrp="1"/>
          </p:cNvSpPr>
          <p:nvPr>
            <p:ph sz="quarter" idx="21"/>
          </p:nvPr>
        </p:nvSpPr>
        <p:spPr>
          <a:xfrm>
            <a:off x="14471584" y="18579406"/>
            <a:ext cx="6342801" cy="9435679"/>
          </a:xfrm>
          <a:prstGeom prst="rect">
            <a:avLst/>
          </a:prstGeom>
        </p:spPr>
        <p:txBody>
          <a:bodyPr/>
          <a:lstStyle>
            <a:lvl1pPr>
              <a:lnSpc>
                <a:spcPts val="2988"/>
              </a:lnSpc>
              <a:spcBef>
                <a:spcPts val="0"/>
              </a:spcBef>
              <a:defRPr sz="1819" baseline="0">
                <a:solidFill>
                  <a:schemeClr val="bg1">
                    <a:lumMod val="50000"/>
                  </a:schemeClr>
                </a:solidFill>
                <a:latin typeface="Arial" charset="0"/>
              </a:defRPr>
            </a:lvl1pPr>
            <a:lvl2pPr>
              <a:lnSpc>
                <a:spcPts val="2988"/>
              </a:lnSpc>
              <a:spcBef>
                <a:spcPts val="0"/>
              </a:spcBef>
              <a:defRPr sz="1819" baseline="0">
                <a:solidFill>
                  <a:schemeClr val="bg1">
                    <a:lumMod val="50000"/>
                  </a:schemeClr>
                </a:solidFill>
                <a:latin typeface="Arial" charset="0"/>
              </a:defRPr>
            </a:lvl2pPr>
            <a:lvl3pPr>
              <a:lnSpc>
                <a:spcPts val="2988"/>
              </a:lnSpc>
              <a:spcBef>
                <a:spcPts val="0"/>
              </a:spcBef>
              <a:defRPr sz="1819" baseline="0">
                <a:solidFill>
                  <a:schemeClr val="bg1">
                    <a:lumMod val="50000"/>
                  </a:schemeClr>
                </a:solidFill>
                <a:latin typeface="Arial" charset="0"/>
              </a:defRPr>
            </a:lvl3pPr>
            <a:lvl4pPr>
              <a:lnSpc>
                <a:spcPts val="2988"/>
              </a:lnSpc>
              <a:spcBef>
                <a:spcPts val="0"/>
              </a:spcBef>
              <a:defRPr sz="1819" baseline="0">
                <a:solidFill>
                  <a:schemeClr val="bg1">
                    <a:lumMod val="50000"/>
                  </a:schemeClr>
                </a:solidFill>
                <a:latin typeface="Arial" charset="0"/>
              </a:defRPr>
            </a:lvl4pPr>
            <a:lvl5pPr marL="1484986" indent="-296997">
              <a:lnSpc>
                <a:spcPts val="2988"/>
              </a:lnSpc>
              <a:spcBef>
                <a:spcPts val="0"/>
              </a:spcBef>
              <a:buClr>
                <a:srgbClr val="245EAC"/>
              </a:buClr>
              <a:buFont typeface="Arial" charset="0"/>
              <a:buChar char="•"/>
              <a:defRPr sz="1819" baseline="0">
                <a:solidFill>
                  <a:schemeClr val="bg1">
                    <a:lumMod val="50000"/>
                  </a:schemeClr>
                </a:solidFill>
                <a:latin typeface="Arial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00646272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8276">
          <p15:clr>
            <a:srgbClr val="FBAE40"/>
          </p15:clr>
        </p15:guide>
        <p15:guide id="2" pos="374">
          <p15:clr>
            <a:srgbClr val="FBAE40"/>
          </p15:clr>
        </p15:guide>
        <p15:guide id="3" pos="13111">
          <p15:clr>
            <a:srgbClr val="FBAE40"/>
          </p15:clr>
        </p15:guide>
        <p15:guide id="4" orient="horz" pos="3460">
          <p15:clr>
            <a:srgbClr val="FBAE40"/>
          </p15:clr>
        </p15:guide>
        <p15:guide id="5" pos="8731">
          <p15:clr>
            <a:srgbClr val="FBAE40"/>
          </p15:clr>
        </p15:guide>
        <p15:guide id="6" pos="4350">
          <p15:clr>
            <a:srgbClr val="FBAE40"/>
          </p15:clr>
        </p15:guide>
        <p15:guide id="7" pos="4724">
          <p15:clr>
            <a:srgbClr val="FBAE40"/>
          </p15:clr>
        </p15:guide>
        <p15:guide id="8" pos="9105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svg"/><Relationship Id="rId4" Type="http://schemas.openxmlformats.org/officeDocument/2006/relationships/image" Target="../media/image1.svg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3" Type="http://schemas.openxmlformats.org/officeDocument/2006/relationships/slideLayout" Target="../slideLayouts/slideLayout5.xml"/><Relationship Id="rId7" Type="http://schemas.openxmlformats.org/officeDocument/2006/relationships/slideLayout" Target="../slideLayouts/slideLayout9.xml"/><Relationship Id="rId12" Type="http://schemas.openxmlformats.org/officeDocument/2006/relationships/slideLayout" Target="../slideLayouts/slideLayout14.xml"/><Relationship Id="rId2" Type="http://schemas.openxmlformats.org/officeDocument/2006/relationships/slideLayout" Target="../slideLayouts/slideLayout4.xml"/><Relationship Id="rId1" Type="http://schemas.openxmlformats.org/officeDocument/2006/relationships/slideLayout" Target="../slideLayouts/slideLayout3.xml"/><Relationship Id="rId6" Type="http://schemas.openxmlformats.org/officeDocument/2006/relationships/slideLayout" Target="../slideLayouts/slideLayout8.xml"/><Relationship Id="rId11" Type="http://schemas.openxmlformats.org/officeDocument/2006/relationships/slideLayout" Target="../slideLayouts/slideLayout13.xml"/><Relationship Id="rId5" Type="http://schemas.openxmlformats.org/officeDocument/2006/relationships/slideLayout" Target="../slideLayouts/slideLayout7.xml"/><Relationship Id="rId15" Type="http://schemas.openxmlformats.org/officeDocument/2006/relationships/image" Target="../media/image2.svg"/><Relationship Id="rId10" Type="http://schemas.openxmlformats.org/officeDocument/2006/relationships/slideLayout" Target="../slideLayouts/slideLayout12.xml"/><Relationship Id="rId4" Type="http://schemas.openxmlformats.org/officeDocument/2006/relationships/slideLayout" Target="../slideLayouts/slideLayout6.xml"/><Relationship Id="rId9" Type="http://schemas.openxmlformats.org/officeDocument/2006/relationships/slideLayout" Target="../slideLayouts/slideLayout11.xml"/><Relationship Id="rId14" Type="http://schemas.openxmlformats.org/officeDocument/2006/relationships/image" Target="../media/image3.sv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6"/>
          <p:cNvSpPr>
            <a:spLocks noChangeArrowheads="1"/>
          </p:cNvSpPr>
          <p:nvPr userDrawn="1"/>
        </p:nvSpPr>
        <p:spPr bwMode="auto">
          <a:xfrm>
            <a:off x="0" y="0"/>
            <a:ext cx="21383625" cy="3784402"/>
          </a:xfrm>
          <a:prstGeom prst="rect">
            <a:avLst/>
          </a:prstGeom>
          <a:solidFill>
            <a:schemeClr val="accent1"/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>
            <a:lvl1pPr eaLnBrk="0" hangingPunct="0"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1pPr>
            <a:lvl2pPr marL="37931725" indent="-37474525" eaLnBrk="0" hangingPunct="0"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2pPr>
            <a:lvl3pPr eaLnBrk="0" hangingPunct="0"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3pPr>
            <a:lvl4pPr eaLnBrk="0" hangingPunct="0"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4pPr>
            <a:lvl5pPr eaLnBrk="0" hangingPunct="0"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9pPr>
          </a:lstStyle>
          <a:p>
            <a:pPr eaLnBrk="1" hangingPunct="1">
              <a:defRPr/>
            </a:pPr>
            <a:endParaRPr lang="en-US" altLang="en-US" sz="1884" b="0" i="0" baseline="0" dirty="0">
              <a:solidFill>
                <a:schemeClr val="tx1"/>
              </a:solidFill>
              <a:latin typeface="Arial" charset="0"/>
              <a:ea typeface="Arial" charset="0"/>
            </a:endParaRPr>
          </a:p>
        </p:txBody>
      </p:sp>
      <p:sp>
        <p:nvSpPr>
          <p:cNvPr id="5" name="Rectangle 4"/>
          <p:cNvSpPr/>
          <p:nvPr userDrawn="1"/>
        </p:nvSpPr>
        <p:spPr>
          <a:xfrm>
            <a:off x="0" y="3626718"/>
            <a:ext cx="21383625" cy="18021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171"/>
          </a:p>
        </p:txBody>
      </p:sp>
      <p:pic>
        <p:nvPicPr>
          <p:cNvPr id="7" name="Picture 6"/>
          <p:cNvPicPr>
            <a:picLocks noChangeAspect="1"/>
          </p:cNvPicPr>
          <p:nvPr userDrawn="1"/>
        </p:nvPicPr>
        <p:blipFill rotWithShape="1">
          <a:blip>
            <a:alphaModFix amt="50000"/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-20900" t="-7437" r="9841" b="42148"/>
          <a:stretch/>
        </p:blipFill>
        <p:spPr>
          <a:xfrm>
            <a:off x="15315317" y="580"/>
            <a:ext cx="6068308" cy="3626138"/>
          </a:xfrm>
          <a:prstGeom prst="rect">
            <a:avLst/>
          </a:prstGeom>
        </p:spPr>
      </p:pic>
      <p:sp>
        <p:nvSpPr>
          <p:cNvPr id="9" name="Rectangle 36"/>
          <p:cNvSpPr>
            <a:spLocks noChangeArrowheads="1"/>
          </p:cNvSpPr>
          <p:nvPr userDrawn="1"/>
        </p:nvSpPr>
        <p:spPr bwMode="auto">
          <a:xfrm>
            <a:off x="0" y="28544739"/>
            <a:ext cx="21383625" cy="1730474"/>
          </a:xfrm>
          <a:prstGeom prst="rect">
            <a:avLst/>
          </a:prstGeom>
          <a:solidFill>
            <a:schemeClr val="accent1"/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>
            <a:lvl1pPr eaLnBrk="0" hangingPunct="0"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1pPr>
            <a:lvl2pPr marL="37931725" indent="-37474525" eaLnBrk="0" hangingPunct="0"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2pPr>
            <a:lvl3pPr eaLnBrk="0" hangingPunct="0"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3pPr>
            <a:lvl4pPr eaLnBrk="0" hangingPunct="0"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4pPr>
            <a:lvl5pPr eaLnBrk="0" hangingPunct="0"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9pPr>
          </a:lstStyle>
          <a:p>
            <a:pPr eaLnBrk="1" hangingPunct="1">
              <a:defRPr/>
            </a:pPr>
            <a:endParaRPr lang="en-US" altLang="en-US" sz="1884" b="0" i="0" baseline="0" dirty="0">
              <a:solidFill>
                <a:schemeClr val="tx1"/>
              </a:solidFill>
              <a:latin typeface="Arial" charset="0"/>
              <a:ea typeface="Arial" charset="0"/>
            </a:endParaRPr>
          </a:p>
        </p:txBody>
      </p:sp>
      <p:cxnSp>
        <p:nvCxnSpPr>
          <p:cNvPr id="11" name="Straight Connector 10"/>
          <p:cNvCxnSpPr/>
          <p:nvPr userDrawn="1"/>
        </p:nvCxnSpPr>
        <p:spPr>
          <a:xfrm>
            <a:off x="14177311" y="28839827"/>
            <a:ext cx="0" cy="1095485"/>
          </a:xfrm>
          <a:prstGeom prst="line">
            <a:avLst/>
          </a:prstGeom>
          <a:ln w="25400">
            <a:solidFill>
              <a:schemeClr val="bg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Graphic 2">
            <a:extLst>
              <a:ext uri="{FF2B5EF4-FFF2-40B4-BE49-F238E27FC236}">
                <a16:creationId xmlns:a16="http://schemas.microsoft.com/office/drawing/2014/main" id="{17DCE874-55FD-6E85-8C20-22ACCA283D0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-1" y="28544739"/>
            <a:ext cx="3309967" cy="17304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14991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8" r:id="rId1"/>
    <p:sldLayoutId id="2147483689" r:id="rId2"/>
  </p:sldLayoutIdLst>
  <p:txStyles>
    <p:titleStyle>
      <a:lvl1pPr algn="l" defTabSz="791973" rtl="0" eaLnBrk="1" latinLnBrk="0" hangingPunct="1">
        <a:lnSpc>
          <a:spcPct val="90000"/>
        </a:lnSpc>
        <a:spcBef>
          <a:spcPct val="0"/>
        </a:spcBef>
        <a:buNone/>
        <a:defRPr sz="381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97993" indent="-197993" algn="l" defTabSz="791973" rtl="0" eaLnBrk="1" latinLnBrk="0" hangingPunct="1">
        <a:lnSpc>
          <a:spcPct val="90000"/>
        </a:lnSpc>
        <a:spcBef>
          <a:spcPts val="866"/>
        </a:spcBef>
        <a:buFont typeface="Arial"/>
        <a:buChar char="•"/>
        <a:defRPr sz="2425" kern="1200">
          <a:solidFill>
            <a:schemeClr val="tx1"/>
          </a:solidFill>
          <a:latin typeface="+mn-lt"/>
          <a:ea typeface="+mn-ea"/>
          <a:cs typeface="+mn-cs"/>
        </a:defRPr>
      </a:lvl1pPr>
      <a:lvl2pPr marL="593979" indent="-197993" algn="l" defTabSz="791973" rtl="0" eaLnBrk="1" latinLnBrk="0" hangingPunct="1">
        <a:lnSpc>
          <a:spcPct val="90000"/>
        </a:lnSpc>
        <a:spcBef>
          <a:spcPts val="433"/>
        </a:spcBef>
        <a:buFont typeface="Arial"/>
        <a:buChar char="•"/>
        <a:defRPr sz="2079" kern="1200">
          <a:solidFill>
            <a:schemeClr val="tx1"/>
          </a:solidFill>
          <a:latin typeface="+mn-lt"/>
          <a:ea typeface="+mn-ea"/>
          <a:cs typeface="+mn-cs"/>
        </a:defRPr>
      </a:lvl2pPr>
      <a:lvl3pPr marL="989966" indent="-197993" algn="l" defTabSz="791973" rtl="0" eaLnBrk="1" latinLnBrk="0" hangingPunct="1">
        <a:lnSpc>
          <a:spcPct val="90000"/>
        </a:lnSpc>
        <a:spcBef>
          <a:spcPts val="433"/>
        </a:spcBef>
        <a:buFont typeface="Arial"/>
        <a:buChar char="•"/>
        <a:defRPr sz="1732" kern="1200">
          <a:solidFill>
            <a:schemeClr val="tx1"/>
          </a:solidFill>
          <a:latin typeface="+mn-lt"/>
          <a:ea typeface="+mn-ea"/>
          <a:cs typeface="+mn-cs"/>
        </a:defRPr>
      </a:lvl3pPr>
      <a:lvl4pPr marL="1385952" indent="-197993" algn="l" defTabSz="791973" rtl="0" eaLnBrk="1" latinLnBrk="0" hangingPunct="1">
        <a:lnSpc>
          <a:spcPct val="90000"/>
        </a:lnSpc>
        <a:spcBef>
          <a:spcPts val="433"/>
        </a:spcBef>
        <a:buFont typeface="Arial"/>
        <a:buChar char="•"/>
        <a:defRPr sz="1559" kern="1200">
          <a:solidFill>
            <a:schemeClr val="tx1"/>
          </a:solidFill>
          <a:latin typeface="+mn-lt"/>
          <a:ea typeface="+mn-ea"/>
          <a:cs typeface="+mn-cs"/>
        </a:defRPr>
      </a:lvl4pPr>
      <a:lvl5pPr marL="1781938" indent="-197993" algn="l" defTabSz="791973" rtl="0" eaLnBrk="1" latinLnBrk="0" hangingPunct="1">
        <a:lnSpc>
          <a:spcPct val="90000"/>
        </a:lnSpc>
        <a:spcBef>
          <a:spcPts val="433"/>
        </a:spcBef>
        <a:buFont typeface="Arial"/>
        <a:buChar char="•"/>
        <a:defRPr sz="1559" kern="1200">
          <a:solidFill>
            <a:schemeClr val="tx1"/>
          </a:solidFill>
          <a:latin typeface="+mn-lt"/>
          <a:ea typeface="+mn-ea"/>
          <a:cs typeface="+mn-cs"/>
        </a:defRPr>
      </a:lvl5pPr>
      <a:lvl6pPr marL="2177924" indent="-197993" algn="l" defTabSz="791973" rtl="0" eaLnBrk="1" latinLnBrk="0" hangingPunct="1">
        <a:lnSpc>
          <a:spcPct val="90000"/>
        </a:lnSpc>
        <a:spcBef>
          <a:spcPts val="433"/>
        </a:spcBef>
        <a:buFont typeface="Arial"/>
        <a:buChar char="•"/>
        <a:defRPr sz="1559" kern="1200">
          <a:solidFill>
            <a:schemeClr val="tx1"/>
          </a:solidFill>
          <a:latin typeface="+mn-lt"/>
          <a:ea typeface="+mn-ea"/>
          <a:cs typeface="+mn-cs"/>
        </a:defRPr>
      </a:lvl6pPr>
      <a:lvl7pPr marL="2573911" indent="-197993" algn="l" defTabSz="791973" rtl="0" eaLnBrk="1" latinLnBrk="0" hangingPunct="1">
        <a:lnSpc>
          <a:spcPct val="90000"/>
        </a:lnSpc>
        <a:spcBef>
          <a:spcPts val="433"/>
        </a:spcBef>
        <a:buFont typeface="Arial"/>
        <a:buChar char="•"/>
        <a:defRPr sz="1559" kern="1200">
          <a:solidFill>
            <a:schemeClr val="tx1"/>
          </a:solidFill>
          <a:latin typeface="+mn-lt"/>
          <a:ea typeface="+mn-ea"/>
          <a:cs typeface="+mn-cs"/>
        </a:defRPr>
      </a:lvl7pPr>
      <a:lvl8pPr marL="2969897" indent="-197993" algn="l" defTabSz="791973" rtl="0" eaLnBrk="1" latinLnBrk="0" hangingPunct="1">
        <a:lnSpc>
          <a:spcPct val="90000"/>
        </a:lnSpc>
        <a:spcBef>
          <a:spcPts val="433"/>
        </a:spcBef>
        <a:buFont typeface="Arial"/>
        <a:buChar char="•"/>
        <a:defRPr sz="1559" kern="1200">
          <a:solidFill>
            <a:schemeClr val="tx1"/>
          </a:solidFill>
          <a:latin typeface="+mn-lt"/>
          <a:ea typeface="+mn-ea"/>
          <a:cs typeface="+mn-cs"/>
        </a:defRPr>
      </a:lvl8pPr>
      <a:lvl9pPr marL="3365883" indent="-197993" algn="l" defTabSz="791973" rtl="0" eaLnBrk="1" latinLnBrk="0" hangingPunct="1">
        <a:lnSpc>
          <a:spcPct val="90000"/>
        </a:lnSpc>
        <a:spcBef>
          <a:spcPts val="433"/>
        </a:spcBef>
        <a:buFont typeface="Arial"/>
        <a:buChar char="•"/>
        <a:defRPr sz="1559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791973" rtl="0" eaLnBrk="1" latinLnBrk="0" hangingPunct="1">
        <a:defRPr sz="1559" kern="1200">
          <a:solidFill>
            <a:schemeClr val="tx1"/>
          </a:solidFill>
          <a:latin typeface="+mn-lt"/>
          <a:ea typeface="+mn-ea"/>
          <a:cs typeface="+mn-cs"/>
        </a:defRPr>
      </a:lvl1pPr>
      <a:lvl2pPr marL="395986" algn="l" defTabSz="791973" rtl="0" eaLnBrk="1" latinLnBrk="0" hangingPunct="1">
        <a:defRPr sz="1559" kern="1200">
          <a:solidFill>
            <a:schemeClr val="tx1"/>
          </a:solidFill>
          <a:latin typeface="+mn-lt"/>
          <a:ea typeface="+mn-ea"/>
          <a:cs typeface="+mn-cs"/>
        </a:defRPr>
      </a:lvl2pPr>
      <a:lvl3pPr marL="791973" algn="l" defTabSz="791973" rtl="0" eaLnBrk="1" latinLnBrk="0" hangingPunct="1">
        <a:defRPr sz="1559" kern="1200">
          <a:solidFill>
            <a:schemeClr val="tx1"/>
          </a:solidFill>
          <a:latin typeface="+mn-lt"/>
          <a:ea typeface="+mn-ea"/>
          <a:cs typeface="+mn-cs"/>
        </a:defRPr>
      </a:lvl3pPr>
      <a:lvl4pPr marL="1187959" algn="l" defTabSz="791973" rtl="0" eaLnBrk="1" latinLnBrk="0" hangingPunct="1">
        <a:defRPr sz="1559" kern="1200">
          <a:solidFill>
            <a:schemeClr val="tx1"/>
          </a:solidFill>
          <a:latin typeface="+mn-lt"/>
          <a:ea typeface="+mn-ea"/>
          <a:cs typeface="+mn-cs"/>
        </a:defRPr>
      </a:lvl4pPr>
      <a:lvl5pPr marL="1583945" algn="l" defTabSz="791973" rtl="0" eaLnBrk="1" latinLnBrk="0" hangingPunct="1">
        <a:defRPr sz="1559" kern="1200">
          <a:solidFill>
            <a:schemeClr val="tx1"/>
          </a:solidFill>
          <a:latin typeface="+mn-lt"/>
          <a:ea typeface="+mn-ea"/>
          <a:cs typeface="+mn-cs"/>
        </a:defRPr>
      </a:lvl5pPr>
      <a:lvl6pPr marL="1979931" algn="l" defTabSz="791973" rtl="0" eaLnBrk="1" latinLnBrk="0" hangingPunct="1">
        <a:defRPr sz="1559" kern="1200">
          <a:solidFill>
            <a:schemeClr val="tx1"/>
          </a:solidFill>
          <a:latin typeface="+mn-lt"/>
          <a:ea typeface="+mn-ea"/>
          <a:cs typeface="+mn-cs"/>
        </a:defRPr>
      </a:lvl6pPr>
      <a:lvl7pPr marL="2375918" algn="l" defTabSz="791973" rtl="0" eaLnBrk="1" latinLnBrk="0" hangingPunct="1">
        <a:defRPr sz="1559" kern="1200">
          <a:solidFill>
            <a:schemeClr val="tx1"/>
          </a:solidFill>
          <a:latin typeface="+mn-lt"/>
          <a:ea typeface="+mn-ea"/>
          <a:cs typeface="+mn-cs"/>
        </a:defRPr>
      </a:lvl7pPr>
      <a:lvl8pPr marL="2771904" algn="l" defTabSz="791973" rtl="0" eaLnBrk="1" latinLnBrk="0" hangingPunct="1">
        <a:defRPr sz="1559" kern="1200">
          <a:solidFill>
            <a:schemeClr val="tx1"/>
          </a:solidFill>
          <a:latin typeface="+mn-lt"/>
          <a:ea typeface="+mn-ea"/>
          <a:cs typeface="+mn-cs"/>
        </a:defRPr>
      </a:lvl8pPr>
      <a:lvl9pPr marL="3167890" algn="l" defTabSz="791973" rtl="0" eaLnBrk="1" latinLnBrk="0" hangingPunct="1">
        <a:defRPr sz="155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70124" y="1611882"/>
            <a:ext cx="18443377" cy="585180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70124" y="8059374"/>
            <a:ext cx="18443377" cy="1920934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470124" y="28060644"/>
            <a:ext cx="4811316" cy="16118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806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dirty="0"/>
              <a:t>4/22/26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7083326" y="28060644"/>
            <a:ext cx="7216973" cy="16118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806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5102185" y="28060644"/>
            <a:ext cx="4811316" cy="16118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806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dirty="0"/>
              <a:t>‹Nr.›</a:t>
            </a:fld>
            <a:endParaRPr lang="en-US" dirty="0"/>
          </a:p>
        </p:txBody>
      </p:sp>
      <p:sp>
        <p:nvSpPr>
          <p:cNvPr id="7" name="Rectangle 36">
            <a:extLst>
              <a:ext uri="{FF2B5EF4-FFF2-40B4-BE49-F238E27FC236}">
                <a16:creationId xmlns:a16="http://schemas.microsoft.com/office/drawing/2014/main" id="{B5FEBBAE-7D1F-CF99-10D9-52BF392E9E4B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0"/>
            <a:ext cx="21383625" cy="3784402"/>
          </a:xfrm>
          <a:prstGeom prst="rect">
            <a:avLst/>
          </a:prstGeom>
          <a:solidFill>
            <a:schemeClr val="accent1"/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>
            <a:lvl1pPr eaLnBrk="0" hangingPunct="0"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1pPr>
            <a:lvl2pPr marL="37931725" indent="-37474525" eaLnBrk="0" hangingPunct="0"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2pPr>
            <a:lvl3pPr eaLnBrk="0" hangingPunct="0"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3pPr>
            <a:lvl4pPr eaLnBrk="0" hangingPunct="0"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4pPr>
            <a:lvl5pPr eaLnBrk="0" hangingPunct="0"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9pPr>
          </a:lstStyle>
          <a:p>
            <a:pPr eaLnBrk="1" hangingPunct="1">
              <a:defRPr/>
            </a:pPr>
            <a:endParaRPr lang="en-US" altLang="en-US" sz="1884" b="0" i="0" baseline="0" dirty="0">
              <a:solidFill>
                <a:schemeClr val="tx1"/>
              </a:solidFill>
              <a:latin typeface="Arial" charset="0"/>
              <a:ea typeface="Arial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9F9EC3C-B36D-A434-13A6-21060DE90CB3}"/>
              </a:ext>
            </a:extLst>
          </p:cNvPr>
          <p:cNvSpPr/>
          <p:nvPr userDrawn="1"/>
        </p:nvSpPr>
        <p:spPr>
          <a:xfrm>
            <a:off x="0" y="3626718"/>
            <a:ext cx="21383625" cy="18021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171"/>
          </a:p>
        </p:txBody>
      </p:sp>
      <p:sp>
        <p:nvSpPr>
          <p:cNvPr id="10" name="Rectangle 36">
            <a:extLst>
              <a:ext uri="{FF2B5EF4-FFF2-40B4-BE49-F238E27FC236}">
                <a16:creationId xmlns:a16="http://schemas.microsoft.com/office/drawing/2014/main" id="{749E4BE2-EF95-8C82-1599-A7776BE235EF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28544739"/>
            <a:ext cx="21383625" cy="1730474"/>
          </a:xfrm>
          <a:prstGeom prst="rect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>
            <a:lvl1pPr eaLnBrk="0" hangingPunct="0"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1pPr>
            <a:lvl2pPr marL="37931725" indent="-37474525" eaLnBrk="0" hangingPunct="0"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2pPr>
            <a:lvl3pPr eaLnBrk="0" hangingPunct="0"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3pPr>
            <a:lvl4pPr eaLnBrk="0" hangingPunct="0"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4pPr>
            <a:lvl5pPr eaLnBrk="0" hangingPunct="0"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9pPr>
          </a:lstStyle>
          <a:p>
            <a:pPr eaLnBrk="1" hangingPunct="1">
              <a:defRPr/>
            </a:pPr>
            <a:endParaRPr lang="en-US" altLang="en-US" sz="1884" b="0" i="0" baseline="0" dirty="0">
              <a:solidFill>
                <a:schemeClr val="tx1"/>
              </a:solidFill>
              <a:latin typeface="Arial" charset="0"/>
              <a:ea typeface="Arial" charset="0"/>
            </a:endParaRP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43FC3B9F-3B9B-140A-071A-4BCB35F11C06}"/>
              </a:ext>
            </a:extLst>
          </p:cNvPr>
          <p:cNvCxnSpPr/>
          <p:nvPr userDrawn="1"/>
        </p:nvCxnSpPr>
        <p:spPr>
          <a:xfrm>
            <a:off x="14177311" y="28839827"/>
            <a:ext cx="0" cy="1095485"/>
          </a:xfrm>
          <a:prstGeom prst="line">
            <a:avLst/>
          </a:prstGeom>
          <a:ln w="25400">
            <a:solidFill>
              <a:schemeClr val="bg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3" name="Picture 6">
            <a:extLst>
              <a:ext uri="{FF2B5EF4-FFF2-40B4-BE49-F238E27FC236}">
                <a16:creationId xmlns:a16="http://schemas.microsoft.com/office/drawing/2014/main" id="{C943F254-66A7-03CB-C87D-7A677EC4357B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alphaModFix amt="50000"/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rcRect l="-20900" t="-7437" r="9841" b="42148"/>
          <a:stretch/>
        </p:blipFill>
        <p:spPr>
          <a:xfrm>
            <a:off x="15315317" y="580"/>
            <a:ext cx="6068308" cy="3626138"/>
          </a:xfrm>
          <a:prstGeom prst="rect">
            <a:avLst/>
          </a:prstGeom>
        </p:spPr>
      </p:pic>
      <p:pic>
        <p:nvPicPr>
          <p:cNvPr id="14" name="Graphic 13">
            <a:extLst>
              <a:ext uri="{FF2B5EF4-FFF2-40B4-BE49-F238E27FC236}">
                <a16:creationId xmlns:a16="http://schemas.microsoft.com/office/drawing/2014/main" id="{ADF337D7-4949-4765-C43B-C8715035863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-1" y="28544739"/>
            <a:ext cx="3309967" cy="17304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718092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1" r:id="rId1"/>
    <p:sldLayoutId id="2147483692" r:id="rId2"/>
    <p:sldLayoutId id="2147483693" r:id="rId3"/>
    <p:sldLayoutId id="2147483694" r:id="rId4"/>
    <p:sldLayoutId id="2147483695" r:id="rId5"/>
    <p:sldLayoutId id="2147483696" r:id="rId6"/>
    <p:sldLayoutId id="2147483697" r:id="rId7"/>
    <p:sldLayoutId id="2147483698" r:id="rId8"/>
    <p:sldLayoutId id="2147483699" r:id="rId9"/>
    <p:sldLayoutId id="2147483700" r:id="rId10"/>
    <p:sldLayoutId id="2147483701" r:id="rId11"/>
    <p:sldLayoutId id="2147483702" r:id="rId12"/>
  </p:sldLayoutIdLst>
  <p:txStyles>
    <p:titleStyle>
      <a:lvl1pPr algn="l" defTabSz="2138324" rtl="0" eaLnBrk="1" latinLnBrk="0" hangingPunct="1">
        <a:lnSpc>
          <a:spcPct val="90000"/>
        </a:lnSpc>
        <a:spcBef>
          <a:spcPct val="0"/>
        </a:spcBef>
        <a:buNone/>
        <a:defRPr sz="10289" kern="1200">
          <a:solidFill>
            <a:schemeClr val="accent4"/>
          </a:solidFill>
          <a:latin typeface="+mj-lt"/>
          <a:ea typeface="+mj-ea"/>
          <a:cs typeface="+mj-cs"/>
        </a:defRPr>
      </a:lvl1pPr>
    </p:titleStyle>
    <p:bodyStyle>
      <a:lvl1pPr marL="534581" indent="-534581" algn="l" defTabSz="2138324" rtl="0" eaLnBrk="1" latinLnBrk="0" hangingPunct="1">
        <a:lnSpc>
          <a:spcPct val="90000"/>
        </a:lnSpc>
        <a:spcBef>
          <a:spcPts val="2339"/>
        </a:spcBef>
        <a:buFont typeface="Arial" panose="020B0604020202020204" pitchFamily="34" charset="0"/>
        <a:buChar char="•"/>
        <a:defRPr sz="6548" kern="1200">
          <a:solidFill>
            <a:schemeClr val="accent4"/>
          </a:solidFill>
          <a:latin typeface="+mn-lt"/>
          <a:ea typeface="+mn-ea"/>
          <a:cs typeface="+mn-cs"/>
        </a:defRPr>
      </a:lvl1pPr>
      <a:lvl2pPr marL="1603743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5612" kern="1200">
          <a:solidFill>
            <a:schemeClr val="accent4"/>
          </a:solidFill>
          <a:latin typeface="+mn-lt"/>
          <a:ea typeface="+mn-ea"/>
          <a:cs typeface="+mn-cs"/>
        </a:defRPr>
      </a:lvl2pPr>
      <a:lvl3pPr marL="2672906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677" kern="1200">
          <a:solidFill>
            <a:schemeClr val="accent4"/>
          </a:solidFill>
          <a:latin typeface="+mn-lt"/>
          <a:ea typeface="+mn-ea"/>
          <a:cs typeface="+mn-cs"/>
        </a:defRPr>
      </a:lvl3pPr>
      <a:lvl4pPr marL="3742068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accent4"/>
          </a:solidFill>
          <a:latin typeface="+mn-lt"/>
          <a:ea typeface="+mn-ea"/>
          <a:cs typeface="+mn-cs"/>
        </a:defRPr>
      </a:lvl4pPr>
      <a:lvl5pPr marL="4811230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accent4"/>
          </a:solidFill>
          <a:latin typeface="+mn-lt"/>
          <a:ea typeface="+mn-ea"/>
          <a:cs typeface="+mn-cs"/>
        </a:defRPr>
      </a:lvl5pPr>
      <a:lvl6pPr marL="5880392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6pPr>
      <a:lvl7pPr marL="6949554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7pPr>
      <a:lvl8pPr marL="8018717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8pPr>
      <a:lvl9pPr marL="9087879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1pPr>
      <a:lvl2pPr marL="1069162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2pPr>
      <a:lvl3pPr marL="2138324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3pPr>
      <a:lvl4pPr marL="3207487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4pPr>
      <a:lvl5pPr marL="4276649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5pPr>
      <a:lvl6pPr marL="5345811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6pPr>
      <a:lvl7pPr marL="6414973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7pPr>
      <a:lvl8pPr marL="7484135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8pPr>
      <a:lvl9pPr marL="8553298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13" Type="http://schemas.openxmlformats.org/officeDocument/2006/relationships/image" Target="../media/image9.png"/><Relationship Id="rId3" Type="http://schemas.openxmlformats.org/officeDocument/2006/relationships/hyperlink" Target="https://jonasr.shinyapps.io/pfee/" TargetMode="External"/><Relationship Id="rId7" Type="http://schemas.openxmlformats.org/officeDocument/2006/relationships/hyperlink" Target="https://doi.org/10.1177/27526461221092429" TargetMode="External"/><Relationship Id="rId12" Type="http://schemas.openxmlformats.org/officeDocument/2006/relationships/image" Target="../media/image8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4.xml"/><Relationship Id="rId6" Type="http://schemas.openxmlformats.org/officeDocument/2006/relationships/hyperlink" Target="https://doi.org/10.2908/EDAT_LFSE_22" TargetMode="External"/><Relationship Id="rId11" Type="http://schemas.openxmlformats.org/officeDocument/2006/relationships/image" Target="../media/image7.png"/><Relationship Id="rId5" Type="http://schemas.openxmlformats.org/officeDocument/2006/relationships/hyperlink" Target="https://doi.org/10.2908/EDAT_LFSE_16" TargetMode="External"/><Relationship Id="rId10" Type="http://schemas.openxmlformats.org/officeDocument/2006/relationships/image" Target="../media/image6.png"/><Relationship Id="rId4" Type="http://schemas.openxmlformats.org/officeDocument/2006/relationships/hyperlink" Target="https://doi.org/10.2908/ILC_LI41" TargetMode="External"/><Relationship Id="rId9" Type="http://schemas.openxmlformats.org/officeDocument/2006/relationships/image" Target="../media/image5.png"/><Relationship Id="rId14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Rechteck 27">
            <a:extLst>
              <a:ext uri="{FF2B5EF4-FFF2-40B4-BE49-F238E27FC236}">
                <a16:creationId xmlns:a16="http://schemas.microsoft.com/office/drawing/2014/main" id="{1F976227-2327-0EF7-E5AF-65A514EB6B6B}"/>
              </a:ext>
            </a:extLst>
          </p:cNvPr>
          <p:cNvSpPr/>
          <p:nvPr/>
        </p:nvSpPr>
        <p:spPr>
          <a:xfrm>
            <a:off x="-43673" y="27158172"/>
            <a:ext cx="21427298" cy="3140001"/>
          </a:xfrm>
          <a:prstGeom prst="rect">
            <a:avLst/>
          </a:prstGeom>
          <a:solidFill>
            <a:srgbClr val="AD14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2DE24173-8946-6FD4-56E6-6704FC54233D}"/>
              </a:ext>
            </a:extLst>
          </p:cNvPr>
          <p:cNvSpPr/>
          <p:nvPr/>
        </p:nvSpPr>
        <p:spPr>
          <a:xfrm>
            <a:off x="0" y="0"/>
            <a:ext cx="21383230" cy="3627120"/>
          </a:xfrm>
          <a:prstGeom prst="rect">
            <a:avLst/>
          </a:prstGeom>
          <a:solidFill>
            <a:srgbClr val="AD14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62" name="Poster Title">
            <a:extLst>
              <a:ext uri="{FF2B5EF4-FFF2-40B4-BE49-F238E27FC236}">
                <a16:creationId xmlns:a16="http://schemas.microsoft.com/office/drawing/2014/main" id="{122F9996-072B-864B-B6D4-4A5589C42C9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65652" y="396974"/>
            <a:ext cx="15117631" cy="309656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59271" tIns="29631" rIns="59271" bIns="29631" anchor="b">
            <a:spAutoFit/>
          </a:bodyPr>
          <a:lstStyle>
            <a:lvl1pPr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1pPr>
            <a:lvl2pPr marL="37931725" indent="-37474525"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2pPr>
            <a:lvl3pPr marL="1143000" indent="-228600"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3pPr>
            <a:lvl4pPr marL="1600200" indent="-228600"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4pPr>
            <a:lvl5pPr marL="2057400" indent="-228600"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9pPr>
          </a:lstStyle>
          <a:p>
            <a:pPr>
              <a:defRPr/>
            </a:pPr>
            <a:r>
              <a:rPr lang="en-US" altLang="en-US" sz="5400" b="1" dirty="0">
                <a:solidFill>
                  <a:srgbClr val="FFFFFF"/>
                </a:solidFill>
                <a:latin typeface="Aharoni" panose="02010803020104030203" pitchFamily="2" charset="-79"/>
                <a:ea typeface="Arial" charset="0"/>
                <a:cs typeface="Aharoni" panose="02010803020104030203" pitchFamily="2" charset="-79"/>
              </a:rPr>
              <a:t>DID YOU GET WHAT YOU WANTED</a:t>
            </a:r>
            <a:r>
              <a:rPr lang="en-US" altLang="en-US" sz="5400" b="1" dirty="0">
                <a:solidFill>
                  <a:srgbClr val="FFFFFF"/>
                </a:solidFill>
                <a:latin typeface="Arial" panose="020B0604020202020204" pitchFamily="34" charset="0"/>
                <a:ea typeface="Arial" charset="0"/>
                <a:cs typeface="Arial" panose="020B0604020202020204" pitchFamily="34" charset="0"/>
              </a:rPr>
              <a:t>?</a:t>
            </a:r>
            <a:r>
              <a:rPr lang="en-US" altLang="en-US" sz="5400" b="1" dirty="0">
                <a:solidFill>
                  <a:srgbClr val="FFFFFF"/>
                </a:solidFill>
                <a:latin typeface="Aharoni" panose="02010803020104030203" pitchFamily="2" charset="-79"/>
                <a:ea typeface="Arial" charset="0"/>
                <a:cs typeface="Aharoni" panose="02010803020104030203" pitchFamily="2" charset="-79"/>
              </a:rPr>
              <a:t> PERSPECTIVES ON FAIRNESS IN EDUCATION ACROSS EUROPE</a:t>
            </a:r>
            <a:endParaRPr lang="en-US" altLang="en-US" sz="5400" dirty="0">
              <a:solidFill>
                <a:srgbClr val="FFFFFF"/>
              </a:solidFill>
              <a:latin typeface="Aharoni" panose="02010803020104030203" pitchFamily="2" charset="-79"/>
              <a:ea typeface="Arial" charset="0"/>
              <a:cs typeface="Aharoni" panose="02010803020104030203" pitchFamily="2" charset="-79"/>
            </a:endParaRPr>
          </a:p>
          <a:p>
            <a:pPr>
              <a:spcBef>
                <a:spcPts val="390"/>
              </a:spcBef>
              <a:spcAft>
                <a:spcPts val="1169"/>
              </a:spcAft>
              <a:defRPr/>
            </a:pPr>
            <a:r>
              <a:rPr lang="en-US" altLang="en-US" sz="3200" dirty="0">
                <a:solidFill>
                  <a:srgbClr val="FFFFFF"/>
                </a:solidFill>
                <a:latin typeface="Bahnschrift" panose="020B0502040204020203" pitchFamily="34" charset="0"/>
                <a:ea typeface="Arial" charset="0"/>
                <a:cs typeface="Arial" panose="020B0604020202020204" pitchFamily="34" charset="0"/>
              </a:rPr>
              <a:t>Jonas Rackl &amp; Niklas Ippisch, Infra4NextGen </a:t>
            </a:r>
            <a:r>
              <a:rPr lang="en-US" altLang="en-US" sz="3200" dirty="0" err="1">
                <a:solidFill>
                  <a:srgbClr val="FFFFFF"/>
                </a:solidFill>
                <a:latin typeface="Bahnschrift" panose="020B0502040204020203" pitchFamily="34" charset="0"/>
                <a:ea typeface="Arial" charset="0"/>
                <a:cs typeface="Arial" panose="020B0604020202020204" pitchFamily="34" charset="0"/>
              </a:rPr>
              <a:t>Datathon</a:t>
            </a:r>
            <a:r>
              <a:rPr lang="en-US" altLang="en-US" sz="3200" dirty="0">
                <a:solidFill>
                  <a:srgbClr val="FFFFFF"/>
                </a:solidFill>
                <a:latin typeface="Bahnschrift" panose="020B0502040204020203" pitchFamily="34" charset="0"/>
                <a:ea typeface="Arial" charset="0"/>
                <a:cs typeface="Arial" panose="020B0604020202020204" pitchFamily="34" charset="0"/>
              </a:rPr>
              <a:t> (April 2026)</a:t>
            </a:r>
            <a:endParaRPr lang="en-US" altLang="en-US" sz="3200" dirty="0">
              <a:solidFill>
                <a:schemeClr val="bg1"/>
              </a:solidFill>
              <a:latin typeface="Bahnschrift" panose="020B0502040204020203" pitchFamily="34" charset="0"/>
              <a:ea typeface="Arial" charset="0"/>
              <a:cs typeface="Arial" panose="020B0604020202020204" pitchFamily="34" charset="0"/>
            </a:endParaRPr>
          </a:p>
        </p:txBody>
      </p:sp>
      <p:sp>
        <p:nvSpPr>
          <p:cNvPr id="11" name="Introduction Textbox">
            <a:extLst>
              <a:ext uri="{FF2B5EF4-FFF2-40B4-BE49-F238E27FC236}">
                <a16:creationId xmlns:a16="http://schemas.microsoft.com/office/drawing/2014/main" id="{6CC485F0-7442-924B-A2B4-16DCD837442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5652" y="6779438"/>
            <a:ext cx="7268312" cy="8803051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>
            <a:spAutoFit/>
          </a:bodyPr>
          <a:lstStyle>
            <a:lvl1pPr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1pPr>
            <a:lvl2pPr marL="742950" indent="-285750"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2pPr>
            <a:lvl3pPr marL="1143000" indent="-228600"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3pPr>
            <a:lvl4pPr marL="1600200" indent="-228600"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4pPr>
            <a:lvl5pPr marL="2057400" indent="-228600"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9pPr>
          </a:lstStyle>
          <a:p>
            <a:pPr algn="just">
              <a:lnSpc>
                <a:spcPts val="2624"/>
              </a:lnSpc>
              <a:spcAft>
                <a:spcPts val="1200"/>
              </a:spcAft>
            </a:pPr>
            <a:r>
              <a:rPr lang="en-US" sz="4000" dirty="0">
                <a:solidFill>
                  <a:schemeClr val="accent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📚 </a:t>
            </a:r>
            <a:r>
              <a:rPr lang="en-US" sz="4000" dirty="0">
                <a:latin typeface="Aharoni" panose="02010803020104030203" pitchFamily="2" charset="-79"/>
                <a:cs typeface="Aharoni" panose="02010803020104030203" pitchFamily="2" charset="-79"/>
              </a:rPr>
              <a:t>Background &amp; Motivation</a:t>
            </a:r>
            <a:endParaRPr lang="en-US" sz="2858" dirty="0">
              <a:latin typeface="Aharoni" panose="02010803020104030203" pitchFamily="2" charset="-79"/>
              <a:cs typeface="Aharoni" panose="02010803020104030203" pitchFamily="2" charset="-79"/>
            </a:endParaRPr>
          </a:p>
          <a:p>
            <a:pPr marL="342900" indent="-342900" algn="just">
              <a:lnSpc>
                <a:spcPts val="3508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altLang="en-US" sz="2800" b="1" dirty="0"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altLang="en-US" sz="2800" b="1" dirty="0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Discrepancy</a:t>
            </a:r>
            <a:r>
              <a:rPr lang="en-US" altLang="en-US" sz="2800" dirty="0">
                <a:latin typeface="Roboto" panose="02000000000000000000" pitchFamily="2" charset="0"/>
                <a:ea typeface="Roboto" panose="02000000000000000000" pitchFamily="2" charset="0"/>
              </a:rPr>
              <a:t> between ‘objective’ education quality and perceived quality and fairness (Boyadjieva et al., 2024)</a:t>
            </a:r>
          </a:p>
          <a:p>
            <a:pPr marL="342900" indent="-342900" algn="just">
              <a:lnSpc>
                <a:spcPts val="3508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altLang="en-US" sz="2800" b="1" dirty="0"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altLang="en-US" sz="2800" b="1" dirty="0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Regional variables </a:t>
            </a:r>
            <a:r>
              <a:rPr lang="en-US" altLang="en-US" sz="2800" dirty="0">
                <a:latin typeface="Roboto" panose="02000000000000000000" pitchFamily="2" charset="0"/>
                <a:ea typeface="Roboto" panose="02000000000000000000" pitchFamily="2" charset="0"/>
              </a:rPr>
              <a:t>also influence changes and might moderate associations (</a:t>
            </a:r>
            <a:r>
              <a:rPr lang="en-US" altLang="en-US" sz="2800" dirty="0" err="1">
                <a:latin typeface="Roboto" panose="02000000000000000000" pitchFamily="2" charset="0"/>
                <a:ea typeface="Roboto" panose="02000000000000000000" pitchFamily="2" charset="0"/>
              </a:rPr>
              <a:t>Boyadjieva</a:t>
            </a:r>
            <a:r>
              <a:rPr lang="en-US" altLang="en-US" sz="2800" dirty="0">
                <a:latin typeface="Roboto" panose="02000000000000000000" pitchFamily="2" charset="0"/>
                <a:ea typeface="Roboto" panose="02000000000000000000" pitchFamily="2" charset="0"/>
              </a:rPr>
              <a:t> et al., 2024)</a:t>
            </a:r>
          </a:p>
          <a:p>
            <a:pPr marL="342900" indent="-342900" algn="just">
              <a:lnSpc>
                <a:spcPts val="3508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latin typeface="Roboto" panose="02000000000000000000" pitchFamily="2" charset="0"/>
                <a:ea typeface="Roboto" panose="02000000000000000000" pitchFamily="2" charset="0"/>
              </a:rPr>
              <a:t> Access to (higher) education researched mostly with </a:t>
            </a:r>
            <a:r>
              <a:rPr lang="en-US" altLang="en-US" sz="2800" b="1" dirty="0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individual characteristics </a:t>
            </a:r>
            <a:r>
              <a:rPr lang="en-US" altLang="en-US" sz="2800" dirty="0">
                <a:latin typeface="Roboto" panose="02000000000000000000" pitchFamily="2" charset="0"/>
                <a:ea typeface="Roboto" panose="02000000000000000000" pitchFamily="2" charset="0"/>
              </a:rPr>
              <a:t>like gender, race, and income (Naim, 2025)</a:t>
            </a:r>
          </a:p>
          <a:p>
            <a:pPr marL="342900" indent="-342900" algn="just">
              <a:lnSpc>
                <a:spcPts val="3508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latin typeface="Roboto" panose="02000000000000000000" pitchFamily="2" charset="0"/>
                <a:ea typeface="Roboto" panose="02000000000000000000" pitchFamily="2" charset="0"/>
              </a:rPr>
              <a:t> Data Summary on Make it Strong indicates differences with respect to </a:t>
            </a:r>
            <a:r>
              <a:rPr lang="en-US" altLang="en-US" sz="2800" b="1" dirty="0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age and educational background</a:t>
            </a:r>
            <a:r>
              <a:rPr lang="en-US" altLang="en-US" sz="2800" dirty="0">
                <a:latin typeface="Roboto" panose="02000000000000000000" pitchFamily="2" charset="0"/>
                <a:ea typeface="Roboto" panose="02000000000000000000" pitchFamily="2" charset="0"/>
              </a:rPr>
              <a:t> (Stoilova et al., 2025)</a:t>
            </a:r>
          </a:p>
          <a:p>
            <a:pPr marL="342900" indent="-342900" algn="just">
              <a:lnSpc>
                <a:spcPts val="3508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latin typeface="Roboto" panose="02000000000000000000" pitchFamily="2" charset="0"/>
                <a:ea typeface="Roboto" panose="02000000000000000000" pitchFamily="2" charset="0"/>
              </a:rPr>
              <a:t>🔎 To what extent do </a:t>
            </a:r>
            <a:r>
              <a:rPr lang="en-US" altLang="en-US" sz="2800" b="1" dirty="0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people’s perceived chances of attaining the education they wanted</a:t>
            </a:r>
            <a:r>
              <a:rPr lang="en-US" altLang="en-US" sz="2800" dirty="0">
                <a:latin typeface="Roboto" panose="02000000000000000000" pitchFamily="2" charset="0"/>
                <a:ea typeface="Roboto" panose="02000000000000000000" pitchFamily="2" charset="0"/>
              </a:rPr>
              <a:t> depend on their </a:t>
            </a:r>
            <a:r>
              <a:rPr lang="en-US" altLang="en-US" sz="2800" b="1" dirty="0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own background </a:t>
            </a:r>
            <a:r>
              <a:rPr lang="en-US" altLang="en-US" sz="2800" dirty="0">
                <a:latin typeface="Roboto" panose="02000000000000000000" pitchFamily="2" charset="0"/>
                <a:ea typeface="Roboto" panose="02000000000000000000" pitchFamily="2" charset="0"/>
              </a:rPr>
              <a:t>and on </a:t>
            </a:r>
            <a:r>
              <a:rPr lang="en-US" altLang="en-US" sz="2800" b="1" dirty="0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structural aspects</a:t>
            </a:r>
            <a:r>
              <a:rPr lang="en-US" altLang="en-US" sz="2800" dirty="0">
                <a:latin typeface="Roboto" panose="02000000000000000000" pitchFamily="2" charset="0"/>
                <a:ea typeface="Roboto" panose="02000000000000000000" pitchFamily="2" charset="0"/>
              </a:rPr>
              <a:t> of their region?</a:t>
            </a:r>
          </a:p>
        </p:txBody>
      </p:sp>
      <p:cxnSp>
        <p:nvCxnSpPr>
          <p:cNvPr id="12" name="Horizontal Section Divider" descr="Horizontal Divider">
            <a:extLst>
              <a:ext uri="{FF2B5EF4-FFF2-40B4-BE49-F238E27FC236}">
                <a16:creationId xmlns:a16="http://schemas.microsoft.com/office/drawing/2014/main" id="{FA9CD980-CAA8-B247-B623-40A39BE5BEF8}"/>
              </a:ext>
            </a:extLst>
          </p:cNvPr>
          <p:cNvCxnSpPr>
            <a:cxnSpLocks/>
          </p:cNvCxnSpPr>
          <p:nvPr/>
        </p:nvCxnSpPr>
        <p:spPr bwMode="auto">
          <a:xfrm>
            <a:off x="369889" y="15752003"/>
            <a:ext cx="20474391" cy="0"/>
          </a:xfrm>
          <a:prstGeom prst="line">
            <a:avLst/>
          </a:prstGeom>
          <a:noFill/>
          <a:ln w="25400" cap="flat" cmpd="sng" algn="ctr">
            <a:solidFill>
              <a:schemeClr val="tx1"/>
            </a:solidFill>
            <a:prstDash val="dash"/>
            <a:round/>
            <a:headEnd type="none" w="med" len="med"/>
            <a:tailEnd type="none" w="med" len="med"/>
          </a:ln>
          <a:effectLst/>
        </p:spPr>
      </p:cxnSp>
      <p:sp>
        <p:nvSpPr>
          <p:cNvPr id="13" name="Methods Textbox">
            <a:extLst>
              <a:ext uri="{FF2B5EF4-FFF2-40B4-BE49-F238E27FC236}">
                <a16:creationId xmlns:a16="http://schemas.microsoft.com/office/drawing/2014/main" id="{5FBBC0B6-D787-D945-A995-B5D5A9D0A98B}"/>
              </a:ext>
            </a:extLst>
          </p:cNvPr>
          <p:cNvSpPr txBox="1"/>
          <p:nvPr/>
        </p:nvSpPr>
        <p:spPr>
          <a:xfrm>
            <a:off x="8225772" y="6779208"/>
            <a:ext cx="5850002" cy="4260141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>
              <a:lnSpc>
                <a:spcPts val="2624"/>
              </a:lnSpc>
              <a:spcAft>
                <a:spcPts val="685"/>
              </a:spcAft>
              <a:defRPr/>
            </a:pPr>
            <a:r>
              <a:rPr lang="en-US" sz="4000" dirty="0">
                <a:solidFill>
                  <a:schemeClr val="accent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🛠️ </a:t>
            </a:r>
            <a:r>
              <a:rPr lang="en-US" sz="4000" dirty="0">
                <a:latin typeface="Aharoni" panose="02010803020104030203" pitchFamily="2" charset="-79"/>
                <a:cs typeface="Aharoni" panose="02010803020104030203" pitchFamily="2" charset="-79"/>
              </a:rPr>
              <a:t>Methods and Data</a:t>
            </a:r>
          </a:p>
          <a:p>
            <a:pPr marL="342900" indent="-342900">
              <a:lnSpc>
                <a:spcPts val="2988"/>
              </a:lnSpc>
              <a:spcAft>
                <a:spcPts val="1250"/>
              </a:spcAft>
              <a:buFont typeface="Arial" panose="020B0604020202020204" pitchFamily="34" charset="0"/>
              <a:buChar char="•"/>
              <a:defRPr/>
            </a:pPr>
            <a:r>
              <a:rPr lang="en-US" sz="2800" b="1" dirty="0">
                <a:latin typeface="Roboto" panose="02000000000000000000" pitchFamily="2" charset="0"/>
                <a:ea typeface="Roboto" panose="02000000000000000000" pitchFamily="2" charset="0"/>
                <a:cs typeface="Arial" charset="0"/>
              </a:rPr>
              <a:t> </a:t>
            </a:r>
            <a:r>
              <a:rPr lang="en-US" sz="2800" b="1" dirty="0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  <a:cs typeface="Arial" charset="0"/>
              </a:rPr>
              <a:t>Linear Mixed Models </a:t>
            </a:r>
            <a:br>
              <a:rPr lang="en-US" sz="2800" b="1" dirty="0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  <a:cs typeface="Arial" charset="0"/>
              </a:rPr>
            </a:br>
            <a:r>
              <a:rPr lang="en-US" sz="2800" dirty="0">
                <a:latin typeface="Roboto" panose="02000000000000000000" pitchFamily="2" charset="0"/>
                <a:ea typeface="Roboto" panose="02000000000000000000" pitchFamily="2" charset="0"/>
                <a:cs typeface="Arial" charset="0"/>
              </a:rPr>
              <a:t>with </a:t>
            </a:r>
            <a:r>
              <a:rPr lang="en-US" sz="2800" b="1" dirty="0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  <a:cs typeface="Arial" charset="0"/>
              </a:rPr>
              <a:t>three levels</a:t>
            </a:r>
            <a:r>
              <a:rPr lang="en-US" sz="2800" dirty="0">
                <a:latin typeface="Roboto" panose="02000000000000000000" pitchFamily="2" charset="0"/>
                <a:ea typeface="Roboto" panose="02000000000000000000" pitchFamily="2" charset="0"/>
                <a:cs typeface="Arial" charset="0"/>
              </a:rPr>
              <a:t>: Individual and</a:t>
            </a:r>
          </a:p>
          <a:p>
            <a:pPr marL="549275" lvl="1" indent="169863">
              <a:lnSpc>
                <a:spcPts val="2988"/>
              </a:lnSpc>
              <a:spcAft>
                <a:spcPts val="1250"/>
              </a:spcAft>
              <a:buFont typeface="Arial" panose="020B0604020202020204" pitchFamily="34" charset="0"/>
              <a:buChar char="•"/>
              <a:defRPr/>
            </a:pPr>
            <a:r>
              <a:rPr lang="en-US" sz="2800" dirty="0">
                <a:latin typeface="Roboto" panose="02000000000000000000" pitchFamily="2" charset="0"/>
                <a:ea typeface="Roboto" panose="02000000000000000000" pitchFamily="2" charset="0"/>
                <a:cs typeface="Arial" charset="0"/>
              </a:rPr>
              <a:t>Country (fixed effect)</a:t>
            </a:r>
          </a:p>
          <a:p>
            <a:pPr marL="549275" lvl="1" indent="169863">
              <a:lnSpc>
                <a:spcPts val="2988"/>
              </a:lnSpc>
              <a:spcAft>
                <a:spcPts val="1250"/>
              </a:spcAft>
              <a:buFont typeface="Arial" panose="020B0604020202020204" pitchFamily="34" charset="0"/>
              <a:buChar char="•"/>
              <a:defRPr/>
            </a:pPr>
            <a:r>
              <a:rPr lang="en-US" sz="2800" dirty="0">
                <a:latin typeface="Roboto" panose="02000000000000000000" pitchFamily="2" charset="0"/>
                <a:ea typeface="Roboto" panose="02000000000000000000" pitchFamily="2" charset="0"/>
                <a:cs typeface="Arial" charset="0"/>
              </a:rPr>
              <a:t>Region (random effect)</a:t>
            </a:r>
          </a:p>
          <a:p>
            <a:pPr marL="342900" indent="-342900">
              <a:lnSpc>
                <a:spcPts val="2988"/>
              </a:lnSpc>
              <a:spcAft>
                <a:spcPts val="1250"/>
              </a:spcAft>
              <a:buFont typeface="Arial" panose="020B0604020202020204" pitchFamily="34" charset="0"/>
              <a:buChar char="•"/>
              <a:defRPr/>
            </a:pPr>
            <a:r>
              <a:rPr lang="en-US" sz="2800" dirty="0">
                <a:latin typeface="Roboto" panose="02000000000000000000" pitchFamily="2" charset="0"/>
                <a:ea typeface="Roboto" panose="02000000000000000000" pitchFamily="2" charset="0"/>
                <a:cs typeface="Arial" charset="0"/>
              </a:rPr>
              <a:t> Descriptive </a:t>
            </a:r>
            <a:r>
              <a:rPr lang="en-US" sz="2800" b="1" dirty="0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  <a:cs typeface="Arial" charset="0"/>
              </a:rPr>
              <a:t>interactive</a:t>
            </a:r>
            <a:r>
              <a:rPr lang="en-US" sz="2800" dirty="0">
                <a:latin typeface="Roboto" panose="02000000000000000000" pitchFamily="2" charset="0"/>
                <a:ea typeface="Roboto" panose="02000000000000000000" pitchFamily="2" charset="0"/>
                <a:cs typeface="Arial" charset="0"/>
              </a:rPr>
              <a:t> map: </a:t>
            </a:r>
            <a:br>
              <a:rPr lang="en-US" sz="2800" dirty="0">
                <a:latin typeface="Roboto" panose="02000000000000000000" pitchFamily="2" charset="0"/>
                <a:ea typeface="Roboto" panose="02000000000000000000" pitchFamily="2" charset="0"/>
                <a:cs typeface="Arial" charset="0"/>
              </a:rPr>
            </a:br>
            <a:r>
              <a:rPr lang="en-US" sz="2800" dirty="0">
                <a:latin typeface="Roboto" panose="02000000000000000000" pitchFamily="2" charset="0"/>
                <a:ea typeface="Roboto" panose="02000000000000000000" pitchFamily="2" charset="0"/>
                <a:cs typeface="Arial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https://jonasr.shinyapps.io/pfee/</a:t>
            </a:r>
            <a:endParaRPr lang="en-US" sz="2800" dirty="0">
              <a:latin typeface="Roboto" panose="02000000000000000000" pitchFamily="2" charset="0"/>
              <a:ea typeface="Roboto" panose="02000000000000000000" pitchFamily="2" charset="0"/>
              <a:cs typeface="Arial" charset="0"/>
            </a:endParaRPr>
          </a:p>
          <a:p>
            <a:pPr marL="342900" indent="-342900">
              <a:lnSpc>
                <a:spcPts val="2988"/>
              </a:lnSpc>
              <a:spcAft>
                <a:spcPts val="1250"/>
              </a:spcAft>
              <a:buFont typeface="Arial" panose="020B0604020202020204" pitchFamily="34" charset="0"/>
              <a:buChar char="•"/>
              <a:defRPr/>
            </a:pPr>
            <a:r>
              <a:rPr lang="en-US" sz="2800" b="1" dirty="0">
                <a:latin typeface="Roboto" panose="02000000000000000000" pitchFamily="2" charset="0"/>
                <a:ea typeface="Roboto" panose="02000000000000000000" pitchFamily="2" charset="0"/>
                <a:cs typeface="Arial" charset="0"/>
              </a:rPr>
              <a:t> </a:t>
            </a:r>
            <a:r>
              <a:rPr lang="en-US" sz="2800" b="1" dirty="0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  <a:cs typeface="Arial" charset="0"/>
              </a:rPr>
              <a:t>robustness analysis </a:t>
            </a:r>
            <a:r>
              <a:rPr lang="en-US" sz="2800" dirty="0">
                <a:latin typeface="Roboto" panose="02000000000000000000" pitchFamily="2" charset="0"/>
                <a:ea typeface="Roboto" panose="02000000000000000000" pitchFamily="2" charset="0"/>
                <a:cs typeface="Arial" charset="0"/>
              </a:rPr>
              <a:t>and variable </a:t>
            </a:r>
            <a:br>
              <a:rPr lang="en-US" sz="2800" dirty="0">
                <a:latin typeface="Roboto" panose="02000000000000000000" pitchFamily="2" charset="0"/>
                <a:ea typeface="Roboto" panose="02000000000000000000" pitchFamily="2" charset="0"/>
                <a:cs typeface="Arial" charset="0"/>
              </a:rPr>
            </a:br>
            <a:r>
              <a:rPr lang="en-US" sz="2800" dirty="0">
                <a:latin typeface="Roboto" panose="02000000000000000000" pitchFamily="2" charset="0"/>
                <a:ea typeface="Roboto" panose="02000000000000000000" pitchFamily="2" charset="0"/>
                <a:cs typeface="Arial" charset="0"/>
              </a:rPr>
              <a:t>selection using the </a:t>
            </a:r>
            <a:r>
              <a:rPr lang="en-US" sz="2800" b="1" dirty="0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  <a:cs typeface="Arial" charset="0"/>
              </a:rPr>
              <a:t>BIC</a:t>
            </a:r>
          </a:p>
        </p:txBody>
      </p:sp>
      <p:sp>
        <p:nvSpPr>
          <p:cNvPr id="4" name="Methods Textbox">
            <a:extLst>
              <a:ext uri="{FF2B5EF4-FFF2-40B4-BE49-F238E27FC236}">
                <a16:creationId xmlns:a16="http://schemas.microsoft.com/office/drawing/2014/main" id="{BCBBB5D7-5C3E-5C81-FA17-FB8DF26AF40D}"/>
              </a:ext>
            </a:extLst>
          </p:cNvPr>
          <p:cNvSpPr txBox="1"/>
          <p:nvPr/>
        </p:nvSpPr>
        <p:spPr>
          <a:xfrm>
            <a:off x="465652" y="24618997"/>
            <a:ext cx="20667600" cy="4625497"/>
          </a:xfrm>
          <a:prstGeom prst="rect">
            <a:avLst/>
          </a:prstGeom>
          <a:noFill/>
          <a:effectLst/>
        </p:spPr>
        <p:txBody>
          <a:bodyPr wrap="square" numCol="2">
            <a:spAutoFit/>
          </a:bodyPr>
          <a:lstStyle/>
          <a:p>
            <a:pPr>
              <a:lnSpc>
                <a:spcPts val="2624"/>
              </a:lnSpc>
              <a:spcAft>
                <a:spcPts val="1200"/>
              </a:spcAft>
              <a:defRPr/>
            </a:pPr>
            <a:r>
              <a:rPr lang="en-US" sz="4000" b="1" dirty="0">
                <a:solidFill>
                  <a:schemeClr val="accent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📑 </a:t>
            </a:r>
            <a:r>
              <a:rPr lang="en-US" sz="4000" b="1" dirty="0">
                <a:latin typeface="Aharoni" panose="02010803020104030203" pitchFamily="2" charset="-79"/>
                <a:cs typeface="Aharoni" panose="02010803020104030203" pitchFamily="2" charset="-79"/>
              </a:rPr>
              <a:t>Discussion</a:t>
            </a:r>
          </a:p>
          <a:p>
            <a:pPr marL="342900" indent="-342900">
              <a:lnSpc>
                <a:spcPts val="2988"/>
              </a:lnSpc>
              <a:spcAft>
                <a:spcPts val="1200"/>
              </a:spcAft>
              <a:buFont typeface="Arial" panose="020B0604020202020204" pitchFamily="34" charset="0"/>
              <a:buChar char="•"/>
              <a:defRPr/>
            </a:pPr>
            <a:r>
              <a:rPr lang="en-US" sz="2800" dirty="0">
                <a:latin typeface="Roboto" panose="02000000000000000000" pitchFamily="2" charset="0"/>
                <a:ea typeface="Roboto" panose="02000000000000000000" pitchFamily="2" charset="0"/>
                <a:cs typeface="Arial" charset="0"/>
              </a:rPr>
              <a:t> Findings </a:t>
            </a:r>
            <a:r>
              <a:rPr lang="en-US" sz="2800" b="1" dirty="0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  <a:cs typeface="Arial" charset="0"/>
              </a:rPr>
              <a:t>do not </a:t>
            </a:r>
            <a:r>
              <a:rPr lang="en-US" sz="2800" dirty="0">
                <a:latin typeface="Roboto" panose="02000000000000000000" pitchFamily="2" charset="0"/>
                <a:ea typeface="Roboto" panose="02000000000000000000" pitchFamily="2" charset="0"/>
                <a:cs typeface="Arial" charset="0"/>
              </a:rPr>
              <a:t>suggest strong influence </a:t>
            </a:r>
            <a:r>
              <a:rPr lang="en-US" sz="2800" b="1" dirty="0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  <a:cs typeface="Arial" charset="0"/>
              </a:rPr>
              <a:t>regional variables</a:t>
            </a:r>
          </a:p>
          <a:p>
            <a:pPr marL="342900" indent="-342900">
              <a:lnSpc>
                <a:spcPts val="2988"/>
              </a:lnSpc>
              <a:spcAft>
                <a:spcPts val="1200"/>
              </a:spcAft>
              <a:buFont typeface="Arial" panose="020B0604020202020204" pitchFamily="34" charset="0"/>
              <a:buChar char="•"/>
              <a:defRPr/>
            </a:pPr>
            <a:r>
              <a:rPr lang="en-US" sz="2800" dirty="0">
                <a:latin typeface="Roboto" panose="02000000000000000000" pitchFamily="2" charset="0"/>
                <a:ea typeface="Roboto" panose="02000000000000000000" pitchFamily="2" charset="0"/>
                <a:cs typeface="Arial" charset="0"/>
              </a:rPr>
              <a:t> </a:t>
            </a:r>
            <a:r>
              <a:rPr lang="en-US" sz="2800" b="1" dirty="0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  <a:cs typeface="Arial" charset="0"/>
              </a:rPr>
              <a:t>Individual aspects</a:t>
            </a:r>
            <a:r>
              <a:rPr lang="en-US" sz="2800" dirty="0">
                <a:latin typeface="Roboto" panose="02000000000000000000" pitchFamily="2" charset="0"/>
                <a:ea typeface="Roboto" panose="02000000000000000000" pitchFamily="2" charset="0"/>
                <a:cs typeface="Arial" charset="0"/>
              </a:rPr>
              <a:t> seem to be more important, especially concerning the childhood household</a:t>
            </a:r>
          </a:p>
          <a:p>
            <a:pPr marL="342900" indent="-342900">
              <a:lnSpc>
                <a:spcPts val="2988"/>
              </a:lnSpc>
              <a:spcAft>
                <a:spcPts val="1200"/>
              </a:spcAft>
              <a:buFont typeface="Arial" panose="020B0604020202020204" pitchFamily="34" charset="0"/>
              <a:buChar char="•"/>
              <a:defRPr/>
            </a:pPr>
            <a:r>
              <a:rPr lang="en-US" sz="2800" dirty="0">
                <a:latin typeface="Roboto" panose="02000000000000000000" pitchFamily="2" charset="0"/>
                <a:ea typeface="Roboto" panose="02000000000000000000" pitchFamily="2" charset="0"/>
                <a:cs typeface="Arial" charset="0"/>
              </a:rPr>
              <a:t> </a:t>
            </a:r>
            <a:r>
              <a:rPr lang="en-US" sz="2800" b="1" dirty="0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  <a:cs typeface="Arial" charset="0"/>
              </a:rPr>
              <a:t>Gender</a:t>
            </a:r>
            <a:r>
              <a:rPr lang="en-US" sz="2800" dirty="0">
                <a:latin typeface="Roboto" panose="02000000000000000000" pitchFamily="2" charset="0"/>
                <a:ea typeface="Roboto" panose="02000000000000000000" pitchFamily="2" charset="0"/>
                <a:cs typeface="Arial" charset="0"/>
              </a:rPr>
              <a:t> and </a:t>
            </a:r>
            <a:r>
              <a:rPr lang="en-US" sz="2800" b="1" dirty="0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  <a:cs typeface="Arial" charset="0"/>
              </a:rPr>
              <a:t>income</a:t>
            </a:r>
            <a:r>
              <a:rPr lang="en-US" sz="2800" dirty="0">
                <a:latin typeface="Roboto" panose="02000000000000000000" pitchFamily="2" charset="0"/>
                <a:ea typeface="Roboto" panose="02000000000000000000" pitchFamily="2" charset="0"/>
                <a:cs typeface="Arial" charset="0"/>
              </a:rPr>
              <a:t> remain crucial factors</a:t>
            </a:r>
          </a:p>
          <a:p>
            <a:pPr marL="342900" indent="-342900">
              <a:lnSpc>
                <a:spcPts val="2988"/>
              </a:lnSpc>
              <a:spcAft>
                <a:spcPts val="1200"/>
              </a:spcAft>
              <a:buFont typeface="Arial" panose="020B0604020202020204" pitchFamily="34" charset="0"/>
              <a:buChar char="•"/>
              <a:defRPr/>
            </a:pPr>
            <a:endParaRPr lang="en-US" sz="2800" dirty="0">
              <a:latin typeface="Roboto" panose="02000000000000000000" pitchFamily="2" charset="0"/>
              <a:ea typeface="Roboto" panose="02000000000000000000" pitchFamily="2" charset="0"/>
              <a:cs typeface="Arial" charset="0"/>
            </a:endParaRPr>
          </a:p>
          <a:p>
            <a:pPr marL="342900" indent="-342900">
              <a:lnSpc>
                <a:spcPts val="2988"/>
              </a:lnSpc>
              <a:spcAft>
                <a:spcPts val="1200"/>
              </a:spcAft>
              <a:buFont typeface="Arial" panose="020B0604020202020204" pitchFamily="34" charset="0"/>
              <a:buChar char="•"/>
              <a:defRPr/>
            </a:pPr>
            <a:endParaRPr lang="en-US" sz="2800" dirty="0">
              <a:latin typeface="Roboto" panose="02000000000000000000" pitchFamily="2" charset="0"/>
              <a:ea typeface="Roboto" panose="02000000000000000000" pitchFamily="2" charset="0"/>
              <a:cs typeface="Arial" charset="0"/>
            </a:endParaRPr>
          </a:p>
          <a:p>
            <a:pPr marL="342900" indent="-342900">
              <a:lnSpc>
                <a:spcPts val="2988"/>
              </a:lnSpc>
              <a:spcAft>
                <a:spcPts val="1200"/>
              </a:spcAft>
              <a:buFont typeface="Arial" panose="020B0604020202020204" pitchFamily="34" charset="0"/>
              <a:buChar char="•"/>
              <a:defRPr/>
            </a:pPr>
            <a:endParaRPr lang="en-US" sz="2800" dirty="0">
              <a:latin typeface="Roboto" panose="02000000000000000000" pitchFamily="2" charset="0"/>
              <a:ea typeface="Roboto" panose="02000000000000000000" pitchFamily="2" charset="0"/>
              <a:cs typeface="Arial" charset="0"/>
            </a:endParaRPr>
          </a:p>
          <a:p>
            <a:pPr marL="342900" indent="-342900">
              <a:lnSpc>
                <a:spcPts val="2988"/>
              </a:lnSpc>
              <a:spcAft>
                <a:spcPts val="1200"/>
              </a:spcAft>
              <a:buFont typeface="Arial" panose="020B0604020202020204" pitchFamily="34" charset="0"/>
              <a:buChar char="•"/>
              <a:defRPr/>
            </a:pPr>
            <a:endParaRPr lang="en-US" sz="2800" dirty="0">
              <a:latin typeface="Roboto" panose="02000000000000000000" pitchFamily="2" charset="0"/>
              <a:ea typeface="Roboto" panose="02000000000000000000" pitchFamily="2" charset="0"/>
              <a:cs typeface="Arial" charset="0"/>
            </a:endParaRPr>
          </a:p>
          <a:p>
            <a:pPr marL="342900" indent="-342900">
              <a:lnSpc>
                <a:spcPts val="2988"/>
              </a:lnSpc>
              <a:spcAft>
                <a:spcPts val="1200"/>
              </a:spcAft>
              <a:buFont typeface="Arial" panose="020B0604020202020204" pitchFamily="34" charset="0"/>
              <a:buChar char="•"/>
              <a:defRPr/>
            </a:pPr>
            <a:r>
              <a:rPr lang="en-US" sz="2800" dirty="0">
                <a:latin typeface="Roboto" panose="02000000000000000000" pitchFamily="2" charset="0"/>
                <a:ea typeface="Roboto" panose="02000000000000000000" pitchFamily="2" charset="0"/>
                <a:cs typeface="Arial" charset="0"/>
              </a:rPr>
              <a:t>Results must be interpreted in context of some </a:t>
            </a:r>
            <a:r>
              <a:rPr lang="en-US" sz="2800" b="1" dirty="0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  <a:cs typeface="Arial" charset="0"/>
              </a:rPr>
              <a:t>limitations</a:t>
            </a:r>
            <a:r>
              <a:rPr lang="en-US" sz="2800" dirty="0">
                <a:latin typeface="Roboto" panose="02000000000000000000" pitchFamily="2" charset="0"/>
                <a:ea typeface="Roboto" panose="02000000000000000000" pitchFamily="2" charset="0"/>
                <a:cs typeface="Arial" charset="0"/>
              </a:rPr>
              <a:t>:</a:t>
            </a:r>
          </a:p>
          <a:p>
            <a:pPr marL="903288" lvl="1" indent="-317500">
              <a:lnSpc>
                <a:spcPts val="2988"/>
              </a:lnSpc>
              <a:spcAft>
                <a:spcPts val="1200"/>
              </a:spcAft>
              <a:buFont typeface="Arial" panose="020B0604020202020204" pitchFamily="34" charset="0"/>
              <a:buChar char="•"/>
              <a:defRPr/>
            </a:pPr>
            <a:r>
              <a:rPr lang="en-US" sz="2800" dirty="0">
                <a:latin typeface="Roboto" panose="02000000000000000000" pitchFamily="2" charset="0"/>
                <a:ea typeface="Roboto" panose="02000000000000000000" pitchFamily="2" charset="0"/>
                <a:cs typeface="Arial" charset="0"/>
              </a:rPr>
              <a:t>missing data on regional level</a:t>
            </a:r>
          </a:p>
          <a:p>
            <a:pPr marL="903288" lvl="1" indent="-317500">
              <a:lnSpc>
                <a:spcPts val="2988"/>
              </a:lnSpc>
              <a:spcAft>
                <a:spcPts val="1200"/>
              </a:spcAft>
              <a:buFont typeface="Arial" panose="020B0604020202020204" pitchFamily="34" charset="0"/>
              <a:buChar char="•"/>
              <a:defRPr/>
            </a:pPr>
            <a:r>
              <a:rPr lang="en-US" sz="2800" dirty="0">
                <a:latin typeface="Roboto" panose="02000000000000000000" pitchFamily="2" charset="0"/>
                <a:ea typeface="Roboto" panose="02000000000000000000" pitchFamily="2" charset="0"/>
                <a:cs typeface="Arial" charset="0"/>
              </a:rPr>
              <a:t>small sample sizes in some regions</a:t>
            </a:r>
          </a:p>
          <a:p>
            <a:pPr indent="-653919">
              <a:lnSpc>
                <a:spcPts val="2988"/>
              </a:lnSpc>
              <a:spcAft>
                <a:spcPts val="1200"/>
              </a:spcAft>
              <a:buFont typeface="Arial" panose="020B0604020202020204" pitchFamily="34" charset="0"/>
              <a:buChar char="•"/>
              <a:defRPr/>
            </a:pPr>
            <a:r>
              <a:rPr lang="en-US" sz="2800" dirty="0">
                <a:latin typeface="Roboto" panose="02000000000000000000" pitchFamily="2" charset="0"/>
                <a:ea typeface="Roboto" panose="02000000000000000000" pitchFamily="2" charset="0"/>
                <a:cs typeface="Arial" charset="0"/>
              </a:rPr>
              <a:t>Further research: </a:t>
            </a:r>
            <a:r>
              <a:rPr lang="en-US" sz="2800" b="1" dirty="0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  <a:cs typeface="Arial" charset="0"/>
              </a:rPr>
              <a:t>small area methods </a:t>
            </a:r>
            <a:r>
              <a:rPr lang="en-US" sz="2800" dirty="0">
                <a:latin typeface="Roboto" panose="02000000000000000000" pitchFamily="2" charset="0"/>
                <a:ea typeface="Roboto" panose="02000000000000000000" pitchFamily="2" charset="0"/>
                <a:cs typeface="Arial" charset="0"/>
              </a:rPr>
              <a:t>(e.g., Fay-Harriot models) and focus on </a:t>
            </a:r>
            <a:r>
              <a:rPr lang="en-US" sz="2800" b="1" dirty="0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  <a:cs typeface="Arial" charset="0"/>
              </a:rPr>
              <a:t>educational quality </a:t>
            </a:r>
            <a:r>
              <a:rPr lang="en-US" sz="2800" dirty="0">
                <a:latin typeface="Roboto" panose="02000000000000000000" pitchFamily="2" charset="0"/>
                <a:ea typeface="Roboto" panose="02000000000000000000" pitchFamily="2" charset="0"/>
                <a:cs typeface="Arial" charset="0"/>
              </a:rPr>
              <a:t>in regions</a:t>
            </a:r>
          </a:p>
          <a:p>
            <a:pPr marL="903288" lvl="1" indent="-317500">
              <a:lnSpc>
                <a:spcPts val="2988"/>
              </a:lnSpc>
              <a:spcAft>
                <a:spcPts val="1200"/>
              </a:spcAft>
              <a:buFont typeface="Arial" panose="020B0604020202020204" pitchFamily="34" charset="0"/>
              <a:buChar char="•"/>
              <a:defRPr/>
            </a:pPr>
            <a:endParaRPr lang="en-US" sz="2800" dirty="0">
              <a:latin typeface="Roboto" panose="02000000000000000000" pitchFamily="2" charset="0"/>
              <a:ea typeface="Roboto" panose="02000000000000000000" pitchFamily="2" charset="0"/>
              <a:cs typeface="Arial" charset="0"/>
            </a:endParaRPr>
          </a:p>
          <a:p>
            <a:pPr marL="903288" lvl="1" indent="-317500">
              <a:lnSpc>
                <a:spcPts val="2988"/>
              </a:lnSpc>
              <a:spcAft>
                <a:spcPts val="1200"/>
              </a:spcAft>
              <a:buFont typeface="Arial" panose="020B0604020202020204" pitchFamily="34" charset="0"/>
              <a:buChar char="•"/>
              <a:defRPr/>
            </a:pPr>
            <a:endParaRPr lang="en-US" sz="2800" dirty="0">
              <a:latin typeface="Roboto" panose="02000000000000000000" pitchFamily="2" charset="0"/>
              <a:ea typeface="Roboto" panose="02000000000000000000" pitchFamily="2" charset="0"/>
              <a:cs typeface="Arial" charset="0"/>
            </a:endParaRPr>
          </a:p>
          <a:p>
            <a:pPr marL="1582607" lvl="1" indent="-342900">
              <a:lnSpc>
                <a:spcPts val="2988"/>
              </a:lnSpc>
              <a:spcAft>
                <a:spcPts val="1200"/>
              </a:spcAft>
              <a:buFont typeface="Arial" panose="020B0604020202020204" pitchFamily="34" charset="0"/>
              <a:buChar char="•"/>
              <a:defRPr/>
            </a:pPr>
            <a:endParaRPr lang="en-US" sz="2800" dirty="0">
              <a:latin typeface="Roboto" panose="02000000000000000000" pitchFamily="2" charset="0"/>
              <a:ea typeface="Roboto" panose="02000000000000000000" pitchFamily="2" charset="0"/>
              <a:cs typeface="Arial" charset="0"/>
            </a:endParaRPr>
          </a:p>
        </p:txBody>
      </p:sp>
      <p:sp>
        <p:nvSpPr>
          <p:cNvPr id="52" name="Contact information">
            <a:extLst>
              <a:ext uri="{FF2B5EF4-FFF2-40B4-BE49-F238E27FC236}">
                <a16:creationId xmlns:a16="http://schemas.microsoft.com/office/drawing/2014/main" id="{33C51104-5F23-F27C-9524-81046F1A8BFC}"/>
              </a:ext>
            </a:extLst>
          </p:cNvPr>
          <p:cNvSpPr/>
          <p:nvPr/>
        </p:nvSpPr>
        <p:spPr>
          <a:xfrm>
            <a:off x="26813" y="27244640"/>
            <a:ext cx="21383230" cy="3309737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algn="l"/>
            <a:r>
              <a:rPr lang="en-US" sz="1400" b="1" i="0" noProof="0" dirty="0">
                <a:solidFill>
                  <a:schemeClr val="bg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References</a:t>
            </a:r>
            <a:endParaRPr lang="en-US" sz="1400" dirty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1400" dirty="0" err="1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Boyadjieva</a:t>
            </a:r>
            <a:r>
              <a:rPr lang="en-US" sz="140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, P., Haralampiev, K., &amp; Ilieva-</a:t>
            </a:r>
            <a:r>
              <a:rPr lang="en-US" sz="1400" dirty="0" err="1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Trichkova</a:t>
            </a:r>
            <a:r>
              <a:rPr lang="en-US" sz="140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, P. (2024). Social Justice Profiles: An Exploratory Study towards an Empirically Based Multi-Dimensional Classification of </a:t>
            </a:r>
            <a:br>
              <a:rPr lang="en-US" sz="140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</a:br>
            <a:r>
              <a:rPr lang="en-US" sz="140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	Countries Regarding Fairness of Participation in Higher Education. Societies, 14(4), 44. https://</a:t>
            </a:r>
            <a:r>
              <a:rPr lang="en-US" sz="1400" dirty="0" err="1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doi.org</a:t>
            </a:r>
            <a:r>
              <a:rPr lang="en-US" sz="140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/10.3390/soc14040044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European Social Survey European Research Infrastructure (ESS ERIC) (2025a) CRONOS-3 Wave 1 edition 1.4 [Data set]. </a:t>
            </a:r>
            <a:br>
              <a:rPr lang="en-US" sz="140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</a:br>
            <a:r>
              <a:rPr lang="en-US" sz="140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	</a:t>
            </a:r>
            <a:r>
              <a:rPr lang="en-US" sz="1400" dirty="0" err="1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Sikt</a:t>
            </a:r>
            <a:r>
              <a:rPr lang="en-US" sz="140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- Norwegian Agency for Shared Services in Education and Research. https://</a:t>
            </a:r>
            <a:r>
              <a:rPr lang="en-US" sz="1400" dirty="0" err="1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doi.org</a:t>
            </a:r>
            <a:r>
              <a:rPr lang="en-US" sz="140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/10.21338/cron3w1e01_4.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ESS ERIC (2025b) CRONOS-3 Wave 3 edition 1.1 [Data set]. </a:t>
            </a:r>
            <a:r>
              <a:rPr lang="en-US" sz="1400" dirty="0" err="1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Sikt</a:t>
            </a:r>
            <a:r>
              <a:rPr lang="en-US" sz="140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- Norwegian Agency for Shared Services in Education and Research. https://</a:t>
            </a:r>
            <a:r>
              <a:rPr lang="en-US" sz="1400" dirty="0" err="1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doi.org</a:t>
            </a:r>
            <a:r>
              <a:rPr lang="en-US" sz="140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/10.21338/cron3w3e01_1.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ESS ERIC (2025c) CRONOS-3 Wave 5 edition 1.0 [Data set]. </a:t>
            </a:r>
            <a:r>
              <a:rPr lang="en-US" sz="1400" dirty="0" err="1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Sikt</a:t>
            </a:r>
            <a:r>
              <a:rPr lang="en-US" sz="140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- Norwegian Agency for Shared Services in Education and Research. https://</a:t>
            </a:r>
            <a:r>
              <a:rPr lang="en-US" sz="1400" dirty="0" err="1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doi.org</a:t>
            </a:r>
            <a:r>
              <a:rPr lang="en-US" sz="140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/10.21338/cron3w5e01.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Eurostat (2026a). At-risk-of-poverty rate by NUTS 2 region. ilc_li41 [Data set]. </a:t>
            </a:r>
            <a:r>
              <a:rPr lang="en-US" sz="140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https://doi.org/10.2908/ILC_LI41</a:t>
            </a:r>
            <a:endParaRPr lang="en-US" sz="1400" dirty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Eurostat (2026b). Early leavers from education and training by NUTS 2 region. edat_lfse_16 [Data set]. </a:t>
            </a:r>
            <a:r>
              <a:rPr lang="en-US" sz="140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https://doi.org/10.2908/EDAT_LFSE_16</a:t>
            </a:r>
            <a:endParaRPr lang="en-US" sz="1400" dirty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Eurostat (2026c). Young persons neither in employment nor in education and training by NUTS 2 region. edat_lfse_22 [Data set]. </a:t>
            </a:r>
            <a:r>
              <a:rPr lang="en-US" sz="140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https://doi.org/10.2908/EDAT_LFSE_22</a:t>
            </a:r>
            <a:endParaRPr lang="en-US" sz="1400" dirty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Naim. A. (2025). Equity across the educational spectrum: innovations in educational access crosswise all levels. Frontiers in Education, 9, https://</a:t>
            </a:r>
            <a:r>
              <a:rPr lang="en-US" sz="1400" dirty="0" err="1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doi.org</a:t>
            </a:r>
            <a:r>
              <a:rPr lang="en-US" sz="140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/10.3389/feduc.2024.1499642 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1400" dirty="0" err="1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Stoilova</a:t>
            </a:r>
            <a:r>
              <a:rPr lang="en-US" sz="140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, R., Ilieva, P., &amp; Velichkov, M. (2025). Building a Resilient Europe. Make it Strong Data Summary. Infra4NextGen Project. </a:t>
            </a:r>
          </a:p>
          <a:p>
            <a:pPr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Wanti, M., Wesselink, R., Biemans, H., &amp; den Brok, P. (2022). Determining factors of access and equity in higher education: A systematic review. 				</a:t>
            </a:r>
            <a:r>
              <a:rPr lang="de-DE" sz="140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         This </a:t>
            </a:r>
            <a:r>
              <a:rPr lang="de-DE" sz="1400" dirty="0" err="1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work</a:t>
            </a:r>
            <a:r>
              <a:rPr lang="de-DE" sz="140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de-DE" sz="1400" dirty="0" err="1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is</a:t>
            </a:r>
            <a:r>
              <a:rPr lang="de-DE" sz="140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de-DE" sz="1400" dirty="0" err="1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licensed</a:t>
            </a:r>
            <a:r>
              <a:rPr lang="de-DE" sz="140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de-DE" sz="1400" dirty="0" err="1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under</a:t>
            </a:r>
            <a:r>
              <a:rPr lang="de-DE" sz="140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CC BY 4.0. </a:t>
            </a:r>
            <a:r>
              <a:rPr lang="de-DE" sz="1400" dirty="0" err="1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To</a:t>
            </a:r>
            <a:r>
              <a:rPr lang="de-DE" sz="140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de-DE" sz="1400" dirty="0" err="1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view</a:t>
            </a:r>
            <a:r>
              <a:rPr lang="de-DE" sz="140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a </a:t>
            </a:r>
            <a:r>
              <a:rPr lang="de-DE" sz="1400" dirty="0" err="1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copy</a:t>
            </a:r>
            <a:r>
              <a:rPr lang="de-DE" sz="140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de-DE" sz="1400" dirty="0" err="1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of</a:t>
            </a:r>
            <a:r>
              <a:rPr lang="de-DE" sz="140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de-DE" sz="1400" dirty="0" err="1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this</a:t>
            </a:r>
            <a:br>
              <a:rPr lang="en-US" sz="140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</a:br>
            <a:r>
              <a:rPr lang="en-US" sz="140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	Equity in Education &amp; Society, 1(2), 279-296. </a:t>
            </a:r>
            <a:r>
              <a:rPr lang="en-US" sz="140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https://doi.org/10.1177/27526461221092429</a:t>
            </a:r>
            <a:r>
              <a:rPr lang="en-US" sz="140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	</a:t>
            </a:r>
            <a:r>
              <a:rPr lang="en-US" sz="1400" noProof="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							</a:t>
            </a:r>
            <a:r>
              <a:rPr lang="de-DE" sz="1400" noProof="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         </a:t>
            </a:r>
            <a:r>
              <a:rPr lang="de-DE" sz="1400" dirty="0" err="1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license</a:t>
            </a:r>
            <a:r>
              <a:rPr lang="de-DE" sz="140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, </a:t>
            </a:r>
            <a:r>
              <a:rPr lang="de-DE" sz="1400" dirty="0" err="1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visit</a:t>
            </a:r>
            <a:r>
              <a:rPr lang="de-DE" sz="140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https://</a:t>
            </a:r>
            <a:r>
              <a:rPr lang="de-DE" sz="1400" dirty="0" err="1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creativecommons.org</a:t>
            </a:r>
            <a:r>
              <a:rPr lang="de-DE" sz="140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/</a:t>
            </a:r>
            <a:r>
              <a:rPr lang="de-DE" sz="1400" dirty="0" err="1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licenses</a:t>
            </a:r>
            <a:r>
              <a:rPr lang="de-DE" sz="140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/</a:t>
            </a:r>
            <a:r>
              <a:rPr lang="de-DE" sz="1400" dirty="0" err="1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by</a:t>
            </a:r>
            <a:r>
              <a:rPr lang="de-DE" sz="140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/4.0/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sz="1400" noProof="0" dirty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algn="l"/>
            <a:endParaRPr lang="en-US" sz="1400" b="0" i="0" noProof="0" dirty="0">
              <a:solidFill>
                <a:schemeClr val="bg1"/>
              </a:solidFill>
              <a:effectLst/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14" name="Contact information">
            <a:extLst>
              <a:ext uri="{FF2B5EF4-FFF2-40B4-BE49-F238E27FC236}">
                <a16:creationId xmlns:a16="http://schemas.microsoft.com/office/drawing/2014/main" id="{FA863AD8-0B2F-C4CF-640F-400A2E2C9C48}"/>
              </a:ext>
            </a:extLst>
          </p:cNvPr>
          <p:cNvSpPr/>
          <p:nvPr/>
        </p:nvSpPr>
        <p:spPr>
          <a:xfrm>
            <a:off x="15591586" y="27220514"/>
            <a:ext cx="2819598" cy="474252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algn="ctr"/>
            <a:r>
              <a:rPr lang="en-GB" sz="1800" b="1" i="0" dirty="0">
                <a:solidFill>
                  <a:schemeClr val="bg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GitHub Repository</a:t>
            </a:r>
            <a:endParaRPr lang="en-GB" sz="1800" b="1" dirty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F10CFF8E-AD59-BCFF-271A-5A2A7DB2495D}"/>
              </a:ext>
            </a:extLst>
          </p:cNvPr>
          <p:cNvSpPr txBox="1"/>
          <p:nvPr/>
        </p:nvSpPr>
        <p:spPr>
          <a:xfrm>
            <a:off x="465652" y="16469249"/>
            <a:ext cx="6828284" cy="79053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624"/>
              </a:lnSpc>
              <a:spcAft>
                <a:spcPts val="1200"/>
              </a:spcAft>
            </a:pPr>
            <a:r>
              <a:rPr lang="en-US" sz="4000" dirty="0">
                <a:solidFill>
                  <a:schemeClr val="accent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📊 </a:t>
            </a:r>
            <a:r>
              <a:rPr lang="en-US" sz="4000" dirty="0">
                <a:latin typeface="Aharoni" panose="02010803020104030203" pitchFamily="2" charset="-79"/>
                <a:cs typeface="Aharoni" panose="02010803020104030203" pitchFamily="2" charset="-79"/>
              </a:rPr>
              <a:t>Results</a:t>
            </a:r>
          </a:p>
          <a:p>
            <a:pPr marL="342900" indent="-342900" algn="just">
              <a:lnSpc>
                <a:spcPts val="3508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latin typeface="Roboto" panose="02000000000000000000" pitchFamily="2" charset="0"/>
                <a:ea typeface="Roboto" panose="02000000000000000000" pitchFamily="2" charset="0"/>
              </a:rPr>
              <a:t> Variables concerning the </a:t>
            </a:r>
            <a:r>
              <a:rPr lang="en-US" altLang="en-US" sz="2800" b="1" dirty="0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family</a:t>
            </a:r>
            <a:r>
              <a:rPr lang="en-US" altLang="en-US" sz="2800" dirty="0"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br>
              <a:rPr lang="en-US" altLang="en-US" sz="2800" dirty="0">
                <a:latin typeface="Roboto" panose="02000000000000000000" pitchFamily="2" charset="0"/>
                <a:ea typeface="Roboto" panose="02000000000000000000" pitchFamily="2" charset="0"/>
              </a:rPr>
            </a:br>
            <a:r>
              <a:rPr lang="en-US" altLang="en-US" sz="2800" dirty="0">
                <a:latin typeface="Roboto" panose="02000000000000000000" pitchFamily="2" charset="0"/>
                <a:ea typeface="Roboto" panose="02000000000000000000" pitchFamily="2" charset="0"/>
              </a:rPr>
              <a:t>(i.e., feeling safe, conflicts and financial difficulties) in youth </a:t>
            </a:r>
            <a:r>
              <a:rPr lang="en-US" altLang="en-US" sz="2800" b="1" dirty="0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significantly associated </a:t>
            </a:r>
            <a:r>
              <a:rPr lang="en-US" altLang="en-US" sz="2800" dirty="0">
                <a:latin typeface="Roboto" panose="02000000000000000000" pitchFamily="2" charset="0"/>
                <a:ea typeface="Roboto" panose="02000000000000000000" pitchFamily="2" charset="0"/>
              </a:rPr>
              <a:t>for perceived fairness of education</a:t>
            </a:r>
          </a:p>
          <a:p>
            <a:pPr marL="342900" indent="-342900" algn="just">
              <a:lnSpc>
                <a:spcPts val="3508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latin typeface="Roboto" panose="02000000000000000000" pitchFamily="2" charset="0"/>
                <a:ea typeface="Roboto" panose="02000000000000000000" pitchFamily="2" charset="0"/>
              </a:rPr>
              <a:t> Results also emphasize existing association with </a:t>
            </a:r>
            <a:r>
              <a:rPr lang="en-US" altLang="en-US" sz="2800" b="1" dirty="0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current</a:t>
            </a:r>
            <a:r>
              <a:rPr lang="en-US" altLang="en-US" sz="2800" dirty="0"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altLang="en-US" sz="2800" b="1" dirty="0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income</a:t>
            </a:r>
          </a:p>
          <a:p>
            <a:pPr marL="342900" indent="-342900" algn="just">
              <a:lnSpc>
                <a:spcPts val="3508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latin typeface="Roboto" panose="02000000000000000000" pitchFamily="2" charset="0"/>
                <a:ea typeface="Roboto" panose="02000000000000000000" pitchFamily="2" charset="0"/>
              </a:rPr>
              <a:t> Close association with </a:t>
            </a:r>
            <a:r>
              <a:rPr lang="en-US" altLang="en-US" sz="2800" b="1" dirty="0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the own education</a:t>
            </a:r>
            <a:r>
              <a:rPr lang="en-US" altLang="en-US" sz="2800" dirty="0">
                <a:latin typeface="Roboto" panose="02000000000000000000" pitchFamily="2" charset="0"/>
                <a:ea typeface="Roboto" panose="02000000000000000000" pitchFamily="2" charset="0"/>
              </a:rPr>
              <a:t>: The more I am satisfied with my own education, the fairer I perceive my chances</a:t>
            </a:r>
          </a:p>
          <a:p>
            <a:pPr marL="342900" indent="-342900" algn="just">
              <a:lnSpc>
                <a:spcPts val="3508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altLang="en-US" sz="2800" b="1" dirty="0"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altLang="en-US" sz="2800" b="1" dirty="0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Female respondents </a:t>
            </a:r>
            <a:r>
              <a:rPr lang="en-US" altLang="en-US" sz="2800" dirty="0">
                <a:latin typeface="Roboto" panose="02000000000000000000" pitchFamily="2" charset="0"/>
                <a:ea typeface="Roboto" panose="02000000000000000000" pitchFamily="2" charset="0"/>
              </a:rPr>
              <a:t>tend to perceive educational chances as </a:t>
            </a:r>
            <a:r>
              <a:rPr lang="en-US" altLang="en-US" sz="2800" b="1" dirty="0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less fair</a:t>
            </a:r>
          </a:p>
          <a:p>
            <a:pPr marL="342900" indent="-342900" algn="just">
              <a:lnSpc>
                <a:spcPts val="3508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altLang="en-US" sz="2800" b="1" dirty="0"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altLang="en-US" sz="2800" b="1" dirty="0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Regional attributes </a:t>
            </a:r>
            <a:r>
              <a:rPr lang="en-US" altLang="en-US" sz="2800" dirty="0">
                <a:latin typeface="Roboto" panose="02000000000000000000" pitchFamily="2" charset="0"/>
                <a:ea typeface="Roboto" panose="02000000000000000000" pitchFamily="2" charset="0"/>
              </a:rPr>
              <a:t>have </a:t>
            </a:r>
            <a:r>
              <a:rPr lang="en-US" altLang="en-US" sz="2800" b="1" dirty="0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almost no predictive power</a:t>
            </a:r>
          </a:p>
        </p:txBody>
      </p:sp>
      <p:cxnSp>
        <p:nvCxnSpPr>
          <p:cNvPr id="44" name="Horizontal Section Divider" descr="Horizontal Divider">
            <a:extLst>
              <a:ext uri="{FF2B5EF4-FFF2-40B4-BE49-F238E27FC236}">
                <a16:creationId xmlns:a16="http://schemas.microsoft.com/office/drawing/2014/main" id="{ED3133C5-C133-88E7-8D83-FB719112CFF2}"/>
              </a:ext>
            </a:extLst>
          </p:cNvPr>
          <p:cNvCxnSpPr>
            <a:cxnSpLocks/>
          </p:cNvCxnSpPr>
          <p:nvPr/>
        </p:nvCxnSpPr>
        <p:spPr bwMode="auto">
          <a:xfrm>
            <a:off x="8037360" y="6681406"/>
            <a:ext cx="0" cy="8739380"/>
          </a:xfrm>
          <a:prstGeom prst="line">
            <a:avLst/>
          </a:prstGeom>
          <a:noFill/>
          <a:ln w="25400" cap="flat" cmpd="sng" algn="ctr">
            <a:solidFill>
              <a:schemeClr val="tx1"/>
            </a:solidFill>
            <a:prstDash val="dash"/>
            <a:round/>
            <a:headEnd type="none" w="med" len="med"/>
            <a:tailEnd type="none" w="med" len="med"/>
          </a:ln>
          <a:effectLst/>
        </p:spPr>
      </p:cxnSp>
      <p:cxnSp>
        <p:nvCxnSpPr>
          <p:cNvPr id="9" name="Horizontal Section Divider" descr="Horizontal Divider">
            <a:extLst>
              <a:ext uri="{FF2B5EF4-FFF2-40B4-BE49-F238E27FC236}">
                <a16:creationId xmlns:a16="http://schemas.microsoft.com/office/drawing/2014/main" id="{D4A93F4C-B2C6-E59C-C01D-35CFF29D6F2D}"/>
              </a:ext>
            </a:extLst>
          </p:cNvPr>
          <p:cNvCxnSpPr>
            <a:cxnSpLocks/>
          </p:cNvCxnSpPr>
          <p:nvPr/>
        </p:nvCxnSpPr>
        <p:spPr bwMode="auto">
          <a:xfrm>
            <a:off x="18717884" y="27034308"/>
            <a:ext cx="0" cy="2384734"/>
          </a:xfrm>
          <a:prstGeom prst="line">
            <a:avLst/>
          </a:prstGeom>
          <a:noFill/>
          <a:ln w="25400" cap="flat" cmpd="sng" algn="ctr">
            <a:solidFill>
              <a:schemeClr val="bg1"/>
            </a:solidFill>
            <a:prstDash val="dash"/>
            <a:round/>
            <a:headEnd type="none" w="med" len="med"/>
            <a:tailEnd type="none" w="med" len="med"/>
          </a:ln>
          <a:effectLst/>
        </p:spPr>
      </p:cxnSp>
      <p:pic>
        <p:nvPicPr>
          <p:cNvPr id="32" name="Grafik 31">
            <a:extLst>
              <a:ext uri="{FF2B5EF4-FFF2-40B4-BE49-F238E27FC236}">
                <a16:creationId xmlns:a16="http://schemas.microsoft.com/office/drawing/2014/main" id="{7E512F49-62D0-F087-2899-0BE684B8BCA4}"/>
              </a:ext>
            </a:extLst>
          </p:cNvPr>
          <p:cNvPicPr>
            <a:picLocks noChangeAspect="1"/>
          </p:cNvPicPr>
          <p:nvPr/>
        </p:nvPicPr>
        <p:blipFill rotWithShape="1">
          <a:blip r:embed="rId8"/>
          <a:srcRect/>
          <a:stretch>
            <a:fillRect/>
          </a:stretch>
        </p:blipFill>
        <p:spPr>
          <a:xfrm>
            <a:off x="16626594" y="257505"/>
            <a:ext cx="4152900" cy="1663700"/>
          </a:xfrm>
          <a:prstGeom prst="rect">
            <a:avLst/>
          </a:prstGeom>
        </p:spPr>
      </p:pic>
      <p:graphicFrame>
        <p:nvGraphicFramePr>
          <p:cNvPr id="33" name="Tabelle 32">
            <a:extLst>
              <a:ext uri="{FF2B5EF4-FFF2-40B4-BE49-F238E27FC236}">
                <a16:creationId xmlns:a16="http://schemas.microsoft.com/office/drawing/2014/main" id="{0CAAB848-3D25-6202-2077-DD4DF0C5B7B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89385460"/>
              </p:ext>
            </p:extLst>
          </p:nvPr>
        </p:nvGraphicFramePr>
        <p:xfrm>
          <a:off x="8629660" y="11281523"/>
          <a:ext cx="11970903" cy="4206240"/>
        </p:xfrm>
        <a:graphic>
          <a:graphicData uri="http://schemas.openxmlformats.org/drawingml/2006/table">
            <a:tbl>
              <a:tblPr firstRow="1" bandRow="1">
                <a:tableStyleId>{BC89EF96-8CEA-46FF-86C4-4CE0E7609802}</a:tableStyleId>
              </a:tblPr>
              <a:tblGrid>
                <a:gridCol w="2799800">
                  <a:extLst>
                    <a:ext uri="{9D8B030D-6E8A-4147-A177-3AD203B41FA5}">
                      <a16:colId xmlns:a16="http://schemas.microsoft.com/office/drawing/2014/main" val="771349502"/>
                    </a:ext>
                  </a:extLst>
                </a:gridCol>
                <a:gridCol w="2243982">
                  <a:extLst>
                    <a:ext uri="{9D8B030D-6E8A-4147-A177-3AD203B41FA5}">
                      <a16:colId xmlns:a16="http://schemas.microsoft.com/office/drawing/2014/main" val="1857183667"/>
                    </a:ext>
                  </a:extLst>
                </a:gridCol>
                <a:gridCol w="6927121">
                  <a:extLst>
                    <a:ext uri="{9D8B030D-6E8A-4147-A177-3AD203B41FA5}">
                      <a16:colId xmlns:a16="http://schemas.microsoft.com/office/drawing/2014/main" val="151378643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noProof="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Dataset</a:t>
                      </a:r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noProof="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Pillar / Dataset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noProof="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Items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4107224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noProof="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CRONOS-3 (Wave 1) </a:t>
                      </a:r>
                      <a:r>
                        <a:rPr lang="en-US" sz="1800" noProof="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(ESS ERIC, 2025a)</a:t>
                      </a:r>
                      <a:endParaRPr lang="en-US" sz="2400" noProof="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noProof="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Make it </a:t>
                      </a:r>
                      <a:r>
                        <a:rPr lang="en-US" sz="2000" b="1" noProof="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Strong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noProof="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- Perceived fairness of own education</a:t>
                      </a:r>
                    </a:p>
                    <a:p>
                      <a:r>
                        <a:rPr lang="en-US" sz="2000" noProof="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- Satisfaction with own education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2731202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noProof="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CRONOS-3 (Wave 3)</a:t>
                      </a:r>
                      <a:br>
                        <a:rPr lang="en-US" sz="2400" noProof="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</a:br>
                      <a:r>
                        <a:rPr lang="en-US" sz="1800" noProof="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(ESS ERIC, 2025b)</a:t>
                      </a:r>
                      <a:endParaRPr lang="en-US" sz="2400" noProof="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noProof="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Make it </a:t>
                      </a:r>
                      <a:r>
                        <a:rPr lang="en-US" sz="2000" b="1" noProof="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Strong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noProof="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- Current occupation matches education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1121428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noProof="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CRONOS-3 (Wave 5) </a:t>
                      </a:r>
                      <a:r>
                        <a:rPr lang="en-US" sz="1800" noProof="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(ESS ERIC, 2025c)</a:t>
                      </a:r>
                      <a:endParaRPr lang="en-US" sz="2400" noProof="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noProof="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Make it </a:t>
                      </a:r>
                      <a:r>
                        <a:rPr lang="en-US" sz="2000" b="1" noProof="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Healthy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noProof="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- Felt safe with at least one carer in first 18 years</a:t>
                      </a:r>
                    </a:p>
                    <a:p>
                      <a:r>
                        <a:rPr lang="en-US" sz="2000" noProof="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- Serious conflict in household in first 18 years</a:t>
                      </a:r>
                    </a:p>
                    <a:p>
                      <a:r>
                        <a:rPr lang="en-US" sz="2000" noProof="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- Severe financial difficulties in family first 18 years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7693012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noProof="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Eurostat</a:t>
                      </a:r>
                      <a:r>
                        <a:rPr lang="en-US" sz="2400" noProof="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 </a:t>
                      </a:r>
                      <a:r>
                        <a:rPr lang="en-US" sz="1800" noProof="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(2026a)</a:t>
                      </a:r>
                      <a:endParaRPr lang="en-US" sz="2400" noProof="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ilc_li41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noProof="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- Regional At-risk-of-poverty rate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1527282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noProof="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Eurostat</a:t>
                      </a:r>
                      <a:r>
                        <a:rPr lang="en-US" sz="2400" noProof="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 </a:t>
                      </a:r>
                      <a:r>
                        <a:rPr lang="en-US" sz="1800" noProof="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(2026b)</a:t>
                      </a:r>
                      <a:endParaRPr lang="en-US" sz="2400" noProof="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edat_lfse_16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noProof="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- Regional early leavers from education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88596884"/>
                  </a:ext>
                </a:extLst>
              </a:tr>
              <a:tr h="215890">
                <a:tc>
                  <a:txBody>
                    <a:bodyPr/>
                    <a:lstStyle/>
                    <a:p>
                      <a:pPr algn="ctr"/>
                      <a:r>
                        <a:rPr lang="en-US" sz="2000" noProof="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Eurostat</a:t>
                      </a:r>
                      <a:r>
                        <a:rPr lang="en-US" sz="2400" noProof="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 </a:t>
                      </a:r>
                      <a:r>
                        <a:rPr lang="en-US" sz="1800" noProof="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(2026c)</a:t>
                      </a:r>
                      <a:endParaRPr lang="en-US" sz="2400" noProof="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edat_lfse_22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noProof="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- Regional young NEET rate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494762715"/>
                  </a:ext>
                </a:extLst>
              </a:tr>
            </a:tbl>
          </a:graphicData>
        </a:graphic>
      </p:graphicFrame>
      <p:cxnSp>
        <p:nvCxnSpPr>
          <p:cNvPr id="46" name="Horizontal Section Divider" descr="Horizontal Divider">
            <a:extLst>
              <a:ext uri="{FF2B5EF4-FFF2-40B4-BE49-F238E27FC236}">
                <a16:creationId xmlns:a16="http://schemas.microsoft.com/office/drawing/2014/main" id="{078C5412-3219-B8B9-8F1D-A30610F02203}"/>
              </a:ext>
            </a:extLst>
          </p:cNvPr>
          <p:cNvCxnSpPr>
            <a:cxnSpLocks/>
          </p:cNvCxnSpPr>
          <p:nvPr/>
        </p:nvCxnSpPr>
        <p:spPr bwMode="auto">
          <a:xfrm>
            <a:off x="489800" y="24366114"/>
            <a:ext cx="20643452" cy="0"/>
          </a:xfrm>
          <a:prstGeom prst="line">
            <a:avLst/>
          </a:prstGeom>
          <a:noFill/>
          <a:ln w="25400" cap="flat" cmpd="sng" algn="ctr">
            <a:solidFill>
              <a:schemeClr val="tx1"/>
            </a:solidFill>
            <a:prstDash val="dash"/>
            <a:round/>
            <a:headEnd type="none" w="med" len="med"/>
            <a:tailEnd type="none" w="med" len="med"/>
          </a:ln>
          <a:effectLst/>
        </p:spPr>
      </p:cxnSp>
      <p:sp>
        <p:nvSpPr>
          <p:cNvPr id="49" name="Contact information">
            <a:extLst>
              <a:ext uri="{FF2B5EF4-FFF2-40B4-BE49-F238E27FC236}">
                <a16:creationId xmlns:a16="http://schemas.microsoft.com/office/drawing/2014/main" id="{E78EDF07-BDD6-030F-6F0A-393C574E6D33}"/>
              </a:ext>
            </a:extLst>
          </p:cNvPr>
          <p:cNvSpPr/>
          <p:nvPr/>
        </p:nvSpPr>
        <p:spPr>
          <a:xfrm>
            <a:off x="18676411" y="27169223"/>
            <a:ext cx="2819598" cy="474252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algn="ctr"/>
            <a:r>
              <a:rPr lang="en-GB" sz="1800" b="1" i="0" dirty="0">
                <a:solidFill>
                  <a:schemeClr val="bg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Interactive Map</a:t>
            </a:r>
            <a:endParaRPr lang="en-GB" sz="1800" b="1" dirty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55" name="Textfeld 54">
            <a:extLst>
              <a:ext uri="{FF2B5EF4-FFF2-40B4-BE49-F238E27FC236}">
                <a16:creationId xmlns:a16="http://schemas.microsoft.com/office/drawing/2014/main" id="{1C0B96D6-C889-08A1-34B8-382AD96139DC}"/>
              </a:ext>
            </a:extLst>
          </p:cNvPr>
          <p:cNvSpPr txBox="1"/>
          <p:nvPr/>
        </p:nvSpPr>
        <p:spPr>
          <a:xfrm>
            <a:off x="7733966" y="23518621"/>
            <a:ext cx="1321687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noProof="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Figure 2: Regression coefficients of linear mixed model. Error bars indicate 95% confidence interval. </a:t>
            </a:r>
            <a:r>
              <a:rPr lang="en-US" sz="1800" noProof="0" dirty="0">
                <a:latin typeface="Courier New" panose="02070309020205020404" pitchFamily="49" charset="0"/>
                <a:ea typeface="Roboto" panose="02000000000000000000" pitchFamily="2" charset="0"/>
                <a:cs typeface="Courier New" panose="02070309020205020404" pitchFamily="49" charset="0"/>
              </a:rPr>
              <a:t>w1pspweight</a:t>
            </a:r>
            <a:r>
              <a:rPr lang="en-US" sz="1800" noProof="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applied. </a:t>
            </a:r>
            <a:br>
              <a:rPr lang="en-US" sz="1800" noProof="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</a:br>
            <a:r>
              <a:rPr lang="en-US" sz="1800" i="1" noProof="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Note</a:t>
            </a:r>
            <a:r>
              <a:rPr lang="en-US" sz="1800" noProof="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: In the model, fixed effects for countries (dummy variables) are included as well but not depicted here (own calculations).</a:t>
            </a:r>
          </a:p>
        </p:txBody>
      </p:sp>
      <p:sp>
        <p:nvSpPr>
          <p:cNvPr id="57" name="Introduction Textbox">
            <a:extLst>
              <a:ext uri="{FF2B5EF4-FFF2-40B4-BE49-F238E27FC236}">
                <a16:creationId xmlns:a16="http://schemas.microsoft.com/office/drawing/2014/main" id="{5A15CBDE-004D-8BA7-47F1-6D58DB9261F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20166" y="4068197"/>
            <a:ext cx="20553197" cy="2211503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>
            <a:spAutoFit/>
          </a:bodyPr>
          <a:lstStyle>
            <a:lvl1pPr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1pPr>
            <a:lvl2pPr marL="742950" indent="-285750"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2pPr>
            <a:lvl3pPr marL="1143000" indent="-228600"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3pPr>
            <a:lvl4pPr marL="1600200" indent="-228600"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4pPr>
            <a:lvl5pPr marL="2057400" indent="-228600"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9pPr>
          </a:lstStyle>
          <a:p>
            <a:pPr>
              <a:lnSpc>
                <a:spcPts val="2624"/>
              </a:lnSpc>
              <a:spcAft>
                <a:spcPts val="1200"/>
              </a:spcAft>
            </a:pPr>
            <a:r>
              <a:rPr lang="en-US" sz="4000" dirty="0">
                <a:solidFill>
                  <a:schemeClr val="accent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⚡️ </a:t>
            </a:r>
            <a:r>
              <a:rPr lang="en-US" sz="4000" dirty="0">
                <a:latin typeface="Aharoni" panose="02010803020104030203" pitchFamily="2" charset="-79"/>
                <a:cs typeface="Aharoni" panose="02010803020104030203" pitchFamily="2" charset="-79"/>
              </a:rPr>
              <a:t>Key Takeaways</a:t>
            </a:r>
            <a:endParaRPr lang="en-US" sz="2858" dirty="0">
              <a:latin typeface="Aharoni" panose="02010803020104030203" pitchFamily="2" charset="-79"/>
              <a:cs typeface="Aharoni" panose="02010803020104030203" pitchFamily="2" charset="-79"/>
            </a:endParaRPr>
          </a:p>
          <a:p>
            <a:pPr marL="342900" indent="-342900">
              <a:lnSpc>
                <a:spcPts val="3508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latin typeface="Roboto" panose="02000000000000000000" pitchFamily="2" charset="0"/>
                <a:ea typeface="Roboto" panose="02000000000000000000" pitchFamily="2" charset="0"/>
              </a:rPr>
              <a:t> Perceived chances to attain the education one wants vary based on </a:t>
            </a:r>
            <a:r>
              <a:rPr lang="en-US" altLang="en-US" sz="2800" b="1" dirty="0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individual (household) characteristics</a:t>
            </a:r>
          </a:p>
          <a:p>
            <a:pPr marL="342900" indent="-342900">
              <a:lnSpc>
                <a:spcPts val="3508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latin typeface="Roboto" panose="02000000000000000000" pitchFamily="2" charset="0"/>
                <a:ea typeface="Roboto" panose="02000000000000000000" pitchFamily="2" charset="0"/>
              </a:rPr>
              <a:t> Policy-Makers should not just focus on aspects directly related to education, but especially on those </a:t>
            </a:r>
            <a:r>
              <a:rPr lang="en-US" altLang="en-US" sz="2800" b="1" dirty="0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related to the household</a:t>
            </a:r>
          </a:p>
          <a:p>
            <a:pPr marL="342900" indent="-342900">
              <a:lnSpc>
                <a:spcPts val="3508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altLang="en-US" sz="2800" b="1" dirty="0"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altLang="en-US" sz="2800" b="1" dirty="0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Structural variables </a:t>
            </a:r>
            <a:r>
              <a:rPr lang="en-US" altLang="en-US" sz="2800" dirty="0">
                <a:latin typeface="Roboto" panose="02000000000000000000" pitchFamily="2" charset="0"/>
                <a:ea typeface="Roboto" panose="02000000000000000000" pitchFamily="2" charset="0"/>
              </a:rPr>
              <a:t>like the youth unemployment seem to have </a:t>
            </a:r>
            <a:r>
              <a:rPr lang="en-US" altLang="en-US" sz="2800" b="1" dirty="0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no strong association</a:t>
            </a:r>
          </a:p>
        </p:txBody>
      </p:sp>
      <p:cxnSp>
        <p:nvCxnSpPr>
          <p:cNvPr id="58" name="Horizontal Section Divider" descr="Horizontal Divider">
            <a:extLst>
              <a:ext uri="{FF2B5EF4-FFF2-40B4-BE49-F238E27FC236}">
                <a16:creationId xmlns:a16="http://schemas.microsoft.com/office/drawing/2014/main" id="{FA420535-A657-23B5-1AF7-89DAB0EC1969}"/>
              </a:ext>
            </a:extLst>
          </p:cNvPr>
          <p:cNvCxnSpPr>
            <a:cxnSpLocks/>
          </p:cNvCxnSpPr>
          <p:nvPr/>
        </p:nvCxnSpPr>
        <p:spPr bwMode="auto">
          <a:xfrm>
            <a:off x="520166" y="6292092"/>
            <a:ext cx="20324890" cy="0"/>
          </a:xfrm>
          <a:prstGeom prst="line">
            <a:avLst/>
          </a:prstGeom>
          <a:noFill/>
          <a:ln w="25400" cap="flat" cmpd="sng" algn="ctr">
            <a:solidFill>
              <a:schemeClr val="tx1"/>
            </a:solidFill>
            <a:prstDash val="dash"/>
            <a:round/>
            <a:headEnd type="none" w="med" len="med"/>
            <a:tailEnd type="none" w="med" len="med"/>
          </a:ln>
          <a:effectLst/>
        </p:spPr>
      </p:cxnSp>
      <p:pic>
        <p:nvPicPr>
          <p:cNvPr id="131" name="Grafik 130">
            <a:extLst>
              <a:ext uri="{FF2B5EF4-FFF2-40B4-BE49-F238E27FC236}">
                <a16:creationId xmlns:a16="http://schemas.microsoft.com/office/drawing/2014/main" id="{79605E92-B193-6EB0-4ADB-BB8E35D17F3F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 l="941" t="4784" r="1080" b="2406"/>
          <a:stretch>
            <a:fillRect/>
          </a:stretch>
        </p:blipFill>
        <p:spPr>
          <a:xfrm>
            <a:off x="20162154" y="29862209"/>
            <a:ext cx="1234680" cy="426061"/>
          </a:xfrm>
          <a:prstGeom prst="rect">
            <a:avLst/>
          </a:prstGeom>
        </p:spPr>
      </p:pic>
      <p:sp>
        <p:nvSpPr>
          <p:cNvPr id="137" name="Textfeld 136">
            <a:extLst>
              <a:ext uri="{FF2B5EF4-FFF2-40B4-BE49-F238E27FC236}">
                <a16:creationId xmlns:a16="http://schemas.microsoft.com/office/drawing/2014/main" id="{DFB7533F-E5D9-0997-18CC-1DE6E8EC593C}"/>
              </a:ext>
            </a:extLst>
          </p:cNvPr>
          <p:cNvSpPr txBox="1"/>
          <p:nvPr/>
        </p:nvSpPr>
        <p:spPr>
          <a:xfrm>
            <a:off x="14075773" y="10328825"/>
            <a:ext cx="672875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noProof="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Figure 1: mean perceived fairness by gender (own calculations)</a:t>
            </a:r>
            <a:br>
              <a:rPr lang="en-US" sz="1800" noProof="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</a:br>
            <a:r>
              <a:rPr lang="en-US" sz="1800" i="1" noProof="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Note: x-axis adjusted for better visibility</a:t>
            </a:r>
          </a:p>
        </p:txBody>
      </p:sp>
      <p:pic>
        <p:nvPicPr>
          <p:cNvPr id="156" name="Grafik 155">
            <a:extLst>
              <a:ext uri="{FF2B5EF4-FFF2-40B4-BE49-F238E27FC236}">
                <a16:creationId xmlns:a16="http://schemas.microsoft.com/office/drawing/2014/main" id="{28FF8625-8E72-C2EF-189E-F70546DA77D9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818846" y="16031304"/>
            <a:ext cx="13025433" cy="7169108"/>
          </a:xfrm>
          <a:prstGeom prst="rect">
            <a:avLst/>
          </a:prstGeom>
        </p:spPr>
      </p:pic>
      <p:sp>
        <p:nvSpPr>
          <p:cNvPr id="158" name="Textfeld 157">
            <a:extLst>
              <a:ext uri="{FF2B5EF4-FFF2-40B4-BE49-F238E27FC236}">
                <a16:creationId xmlns:a16="http://schemas.microsoft.com/office/drawing/2014/main" id="{35A1FD87-19F9-789C-6A67-A92CE1DDF5AC}"/>
              </a:ext>
            </a:extLst>
          </p:cNvPr>
          <p:cNvSpPr txBox="1"/>
          <p:nvPr/>
        </p:nvSpPr>
        <p:spPr>
          <a:xfrm>
            <a:off x="11526542" y="19510121"/>
            <a:ext cx="320030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800" noProof="0" dirty="0"/>
              <a:t>regional predictors almost 0 and </a:t>
            </a:r>
            <a:br>
              <a:rPr lang="en-US" sz="1800" noProof="0" dirty="0"/>
            </a:br>
            <a:r>
              <a:rPr lang="en-US" sz="1800" noProof="0" dirty="0"/>
              <a:t>insignificant</a:t>
            </a:r>
          </a:p>
        </p:txBody>
      </p:sp>
      <p:sp>
        <p:nvSpPr>
          <p:cNvPr id="160" name="Geschweifte Klammer rechts 159">
            <a:extLst>
              <a:ext uri="{FF2B5EF4-FFF2-40B4-BE49-F238E27FC236}">
                <a16:creationId xmlns:a16="http://schemas.microsoft.com/office/drawing/2014/main" id="{78B11760-2D0C-3821-08D7-5DCD6EF76CC2}"/>
              </a:ext>
            </a:extLst>
          </p:cNvPr>
          <p:cNvSpPr/>
          <p:nvPr/>
        </p:nvSpPr>
        <p:spPr>
          <a:xfrm>
            <a:off x="10997852" y="19127244"/>
            <a:ext cx="360000" cy="1365337"/>
          </a:xfrm>
          <a:prstGeom prst="rightBrace">
            <a:avLst>
              <a:gd name="adj1" fmla="val 17467"/>
              <a:gd name="adj2" fmla="val 50917"/>
            </a:avLst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63" name="Geschweifte Klammer rechts 162">
            <a:extLst>
              <a:ext uri="{FF2B5EF4-FFF2-40B4-BE49-F238E27FC236}">
                <a16:creationId xmlns:a16="http://schemas.microsoft.com/office/drawing/2014/main" id="{F47E11FC-81E5-F1E4-3C8A-FDBFAFEBA386}"/>
              </a:ext>
            </a:extLst>
          </p:cNvPr>
          <p:cNvSpPr/>
          <p:nvPr/>
        </p:nvSpPr>
        <p:spPr>
          <a:xfrm rot="10800000">
            <a:off x="14895534" y="19133922"/>
            <a:ext cx="360000" cy="1365337"/>
          </a:xfrm>
          <a:prstGeom prst="rightBrace">
            <a:avLst>
              <a:gd name="adj1" fmla="val 17467"/>
              <a:gd name="adj2" fmla="val 50917"/>
            </a:avLst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35E261B3-9A5F-661B-39C4-CCAD43233DA6}"/>
              </a:ext>
            </a:extLst>
          </p:cNvPr>
          <p:cNvSpPr txBox="1"/>
          <p:nvPr/>
        </p:nvSpPr>
        <p:spPr>
          <a:xfrm>
            <a:off x="15789880" y="29152914"/>
            <a:ext cx="249159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dirty="0">
                <a:solidFill>
                  <a:schemeClr val="bg1"/>
                </a:solidFill>
              </a:rPr>
              <a:t>https://</a:t>
            </a:r>
            <a:r>
              <a:rPr lang="de-DE" sz="1100" dirty="0" err="1">
                <a:solidFill>
                  <a:schemeClr val="bg1"/>
                </a:solidFill>
              </a:rPr>
              <a:t>github.com</a:t>
            </a:r>
            <a:r>
              <a:rPr lang="de-DE" sz="1100" dirty="0">
                <a:solidFill>
                  <a:schemeClr val="bg1"/>
                </a:solidFill>
              </a:rPr>
              <a:t>/</a:t>
            </a:r>
            <a:r>
              <a:rPr lang="de-DE" sz="1100" dirty="0" err="1">
                <a:solidFill>
                  <a:schemeClr val="bg1"/>
                </a:solidFill>
              </a:rPr>
              <a:t>nippisch</a:t>
            </a:r>
            <a:r>
              <a:rPr lang="de-DE" sz="1100" dirty="0">
                <a:solidFill>
                  <a:schemeClr val="bg1"/>
                </a:solidFill>
              </a:rPr>
              <a:t>/</a:t>
            </a:r>
            <a:br>
              <a:rPr lang="de-DE" sz="1100" dirty="0">
                <a:solidFill>
                  <a:schemeClr val="bg1"/>
                </a:solidFill>
              </a:rPr>
            </a:br>
            <a:r>
              <a:rPr lang="de-DE" sz="1100" dirty="0" err="1">
                <a:solidFill>
                  <a:schemeClr val="bg1"/>
                </a:solidFill>
              </a:rPr>
              <a:t>datathon_make_it_strong</a:t>
            </a:r>
            <a:endParaRPr lang="de-DE" sz="1100" dirty="0">
              <a:solidFill>
                <a:schemeClr val="bg1"/>
              </a:solidFill>
            </a:endParaRPr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9D02E028-8DFF-BCE0-D49A-60DE2800BFBC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6225675" y="27560838"/>
            <a:ext cx="1620000" cy="1620000"/>
          </a:xfrm>
          <a:prstGeom prst="rect">
            <a:avLst/>
          </a:prstGeom>
        </p:spPr>
      </p:pic>
      <p:pic>
        <p:nvPicPr>
          <p:cNvPr id="10" name="Grafik 9">
            <a:extLst>
              <a:ext uri="{FF2B5EF4-FFF2-40B4-BE49-F238E27FC236}">
                <a16:creationId xmlns:a16="http://schemas.microsoft.com/office/drawing/2014/main" id="{BB37F003-C545-6E1E-957C-D754941DAA39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918365" y="2110050"/>
            <a:ext cx="1861129" cy="1315198"/>
          </a:xfrm>
          <a:prstGeom prst="rect">
            <a:avLst/>
          </a:prstGeom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AF48358E-9A1B-58FA-5390-2989124FE86D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9276210" y="27560838"/>
            <a:ext cx="1620000" cy="1620000"/>
          </a:xfrm>
          <a:prstGeom prst="rect">
            <a:avLst/>
          </a:prstGeom>
        </p:spPr>
      </p:pic>
      <p:sp>
        <p:nvSpPr>
          <p:cNvPr id="6" name="Textfeld 5">
            <a:extLst>
              <a:ext uri="{FF2B5EF4-FFF2-40B4-BE49-F238E27FC236}">
                <a16:creationId xmlns:a16="http://schemas.microsoft.com/office/drawing/2014/main" id="{070D9EF1-4E21-0FE3-53C0-159F4EFDC832}"/>
              </a:ext>
            </a:extLst>
          </p:cNvPr>
          <p:cNvSpPr txBox="1"/>
          <p:nvPr/>
        </p:nvSpPr>
        <p:spPr>
          <a:xfrm>
            <a:off x="18837154" y="29152913"/>
            <a:ext cx="249159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dirty="0">
                <a:solidFill>
                  <a:schemeClr val="bg1"/>
                </a:solidFill>
              </a:rPr>
              <a:t>https://</a:t>
            </a:r>
            <a:r>
              <a:rPr lang="de-DE" sz="1100" dirty="0" err="1">
                <a:solidFill>
                  <a:schemeClr val="bg1"/>
                </a:solidFill>
              </a:rPr>
              <a:t>jonasr.shinyapps.io</a:t>
            </a:r>
            <a:r>
              <a:rPr lang="de-DE" sz="1100" dirty="0">
                <a:solidFill>
                  <a:schemeClr val="bg1"/>
                </a:solidFill>
              </a:rPr>
              <a:t>/</a:t>
            </a:r>
            <a:r>
              <a:rPr lang="de-DE" sz="1100" dirty="0" err="1">
                <a:solidFill>
                  <a:schemeClr val="bg1"/>
                </a:solidFill>
              </a:rPr>
              <a:t>pfee</a:t>
            </a:r>
            <a:r>
              <a:rPr lang="de-DE" sz="1100" dirty="0">
                <a:solidFill>
                  <a:schemeClr val="bg1"/>
                </a:solidFill>
              </a:rPr>
              <a:t>/</a:t>
            </a:r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A5583989-E8E8-F163-40FA-1C0073DDC5AB}"/>
              </a:ext>
            </a:extLst>
          </p:cNvPr>
          <p:cNvPicPr>
            <a:picLocks noChangeAspect="1"/>
          </p:cNvPicPr>
          <p:nvPr/>
        </p:nvPicPr>
        <p:blipFill>
          <a:blip r:embed="rId14"/>
          <a:srcRect l="1894" r="3517"/>
          <a:stretch>
            <a:fillRect/>
          </a:stretch>
        </p:blipFill>
        <p:spPr>
          <a:xfrm>
            <a:off x="14045856" y="6480914"/>
            <a:ext cx="6554707" cy="3844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3790291"/>
      </p:ext>
    </p:extLst>
  </p:cSld>
  <p:clrMapOvr>
    <a:masterClrMapping/>
  </p:clrMapOvr>
</p:sld>
</file>

<file path=ppt/theme/theme1.xml><?xml version="1.0" encoding="utf-8"?>
<a:theme xmlns:a="http://schemas.openxmlformats.org/drawingml/2006/main" name="Research Poster Template">
  <a:themeElements>
    <a:clrScheme name="LMU 1">
      <a:dk1>
        <a:srgbClr val="232323"/>
      </a:dk1>
      <a:lt1>
        <a:srgbClr val="FFFFFF"/>
      </a:lt1>
      <a:dk2>
        <a:srgbClr val="005BBB"/>
      </a:dk2>
      <a:lt2>
        <a:srgbClr val="FFFFFF"/>
      </a:lt2>
      <a:accent1>
        <a:srgbClr val="00883A"/>
      </a:accent1>
      <a:accent2>
        <a:srgbClr val="41B6E6"/>
      </a:accent2>
      <a:accent3>
        <a:srgbClr val="E56D54"/>
      </a:accent3>
      <a:accent4>
        <a:srgbClr val="616468"/>
      </a:accent4>
      <a:accent5>
        <a:srgbClr val="007681"/>
      </a:accent5>
      <a:accent6>
        <a:srgbClr val="003E51"/>
      </a:accent6>
      <a:hlink>
        <a:srgbClr val="186BB7"/>
      </a:hlink>
      <a:folHlink>
        <a:srgbClr val="D86A4E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ESS">
      <a:dk1>
        <a:srgbClr val="232323"/>
      </a:dk1>
      <a:lt1>
        <a:srgbClr val="FFFFFF"/>
      </a:lt1>
      <a:dk2>
        <a:srgbClr val="AD1400"/>
      </a:dk2>
      <a:lt2>
        <a:srgbClr val="FFFFFF"/>
      </a:lt2>
      <a:accent1>
        <a:srgbClr val="AD1400"/>
      </a:accent1>
      <a:accent2>
        <a:srgbClr val="41B6E6"/>
      </a:accent2>
      <a:accent3>
        <a:srgbClr val="E56D54"/>
      </a:accent3>
      <a:accent4>
        <a:srgbClr val="616468"/>
      </a:accent4>
      <a:accent5>
        <a:srgbClr val="007681"/>
      </a:accent5>
      <a:accent6>
        <a:srgbClr val="003E51"/>
      </a:accent6>
      <a:hlink>
        <a:srgbClr val="0088F4"/>
      </a:hlink>
      <a:folHlink>
        <a:srgbClr val="7E22C7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 2013 - 2022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1090</Words>
  <Application>Microsoft Macintosh PowerPoint</Application>
  <PresentationFormat>Benutzerdefiniert</PresentationFormat>
  <Paragraphs>80</Paragraphs>
  <Slides>1</Slides>
  <Notes>1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7</vt:i4>
      </vt:variant>
      <vt:variant>
        <vt:lpstr>Design</vt:lpstr>
      </vt:variant>
      <vt:variant>
        <vt:i4>2</vt:i4>
      </vt:variant>
      <vt:variant>
        <vt:lpstr>Folientitel</vt:lpstr>
      </vt:variant>
      <vt:variant>
        <vt:i4>1</vt:i4>
      </vt:variant>
    </vt:vector>
  </HeadingPairs>
  <TitlesOfParts>
    <vt:vector size="10" baseType="lpstr">
      <vt:lpstr>Aharoni</vt:lpstr>
      <vt:lpstr>Arial</vt:lpstr>
      <vt:lpstr>Bahnschrift</vt:lpstr>
      <vt:lpstr>Calibri</vt:lpstr>
      <vt:lpstr>Calibri Light</vt:lpstr>
      <vt:lpstr>Courier New</vt:lpstr>
      <vt:lpstr>Roboto</vt:lpstr>
      <vt:lpstr>Research Poster Template</vt:lpstr>
      <vt:lpstr>Office Theme</vt:lpstr>
      <vt:lpstr>PowerPoint-Präsentation</vt:lpstr>
    </vt:vector>
  </TitlesOfParts>
  <Manager/>
  <Company>© University at Buffalo</Company>
  <LinksUpToDate>false</LinksUpToDate>
  <SharedDoc>false</SharedDoc>
  <HyperlinkBase>www.buffalo.edu/brand</HyperlinkBase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UB Research Poster Template</dc:title>
  <dc:subject/>
  <dc:creator>Markus Herklotz</dc:creator>
  <cp:keywords/>
  <dc:description/>
  <cp:lastModifiedBy>Ippisch, Niklas</cp:lastModifiedBy>
  <cp:revision>132</cp:revision>
  <cp:lastPrinted>2016-09-29T19:48:31Z</cp:lastPrinted>
  <dcterms:created xsi:type="dcterms:W3CDTF">2016-09-29T18:43:16Z</dcterms:created>
  <dcterms:modified xsi:type="dcterms:W3CDTF">2026-04-22T16:53:32Z</dcterms:modified>
  <cp:category/>
</cp:coreProperties>
</file>